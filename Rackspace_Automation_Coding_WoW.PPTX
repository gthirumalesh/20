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  <p:sldMasterId id="2147483697" r:id="rId2"/>
  </p:sldMasterIdLst>
  <p:notesMasterIdLst>
    <p:notesMasterId r:id="rId12"/>
  </p:notesMasterIdLst>
  <p:handoutMasterIdLst>
    <p:handoutMasterId r:id="rId13"/>
  </p:handoutMasterIdLst>
  <p:sldIdLst>
    <p:sldId id="295" r:id="rId3"/>
    <p:sldId id="297" r:id="rId4"/>
    <p:sldId id="298" r:id="rId5"/>
    <p:sldId id="299" r:id="rId6"/>
    <p:sldId id="300" r:id="rId7"/>
    <p:sldId id="301" r:id="rId8"/>
    <p:sldId id="302" r:id="rId9"/>
    <p:sldId id="304" r:id="rId10"/>
    <p:sldId id="292" r:id="rId11"/>
  </p:sldIdLst>
  <p:sldSz cx="12188825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798" kern="1200">
        <a:solidFill>
          <a:schemeClr val="tx1"/>
        </a:solidFill>
        <a:latin typeface="Arial" charset="0"/>
        <a:ea typeface="+mn-ea"/>
        <a:cs typeface="+mn-cs"/>
      </a:defRPr>
    </a:lvl1pPr>
    <a:lvl2pPr marL="609384" algn="l" rtl="0" fontAlgn="base">
      <a:spcBef>
        <a:spcPct val="0"/>
      </a:spcBef>
      <a:spcAft>
        <a:spcPct val="0"/>
      </a:spcAft>
      <a:defRPr sz="4798" kern="1200">
        <a:solidFill>
          <a:schemeClr val="tx1"/>
        </a:solidFill>
        <a:latin typeface="Arial" charset="0"/>
        <a:ea typeface="+mn-ea"/>
        <a:cs typeface="+mn-cs"/>
      </a:defRPr>
    </a:lvl2pPr>
    <a:lvl3pPr marL="1218768" algn="l" rtl="0" fontAlgn="base">
      <a:spcBef>
        <a:spcPct val="0"/>
      </a:spcBef>
      <a:spcAft>
        <a:spcPct val="0"/>
      </a:spcAft>
      <a:defRPr sz="4798" kern="1200">
        <a:solidFill>
          <a:schemeClr val="tx1"/>
        </a:solidFill>
        <a:latin typeface="Arial" charset="0"/>
        <a:ea typeface="+mn-ea"/>
        <a:cs typeface="+mn-cs"/>
      </a:defRPr>
    </a:lvl3pPr>
    <a:lvl4pPr marL="1828152" algn="l" rtl="0" fontAlgn="base">
      <a:spcBef>
        <a:spcPct val="0"/>
      </a:spcBef>
      <a:spcAft>
        <a:spcPct val="0"/>
      </a:spcAft>
      <a:defRPr sz="4798" kern="1200">
        <a:solidFill>
          <a:schemeClr val="tx1"/>
        </a:solidFill>
        <a:latin typeface="Arial" charset="0"/>
        <a:ea typeface="+mn-ea"/>
        <a:cs typeface="+mn-cs"/>
      </a:defRPr>
    </a:lvl4pPr>
    <a:lvl5pPr marL="2437535" algn="l" rtl="0" fontAlgn="base">
      <a:spcBef>
        <a:spcPct val="0"/>
      </a:spcBef>
      <a:spcAft>
        <a:spcPct val="0"/>
      </a:spcAft>
      <a:defRPr sz="4798" kern="1200">
        <a:solidFill>
          <a:schemeClr val="tx1"/>
        </a:solidFill>
        <a:latin typeface="Arial" charset="0"/>
        <a:ea typeface="+mn-ea"/>
        <a:cs typeface="+mn-cs"/>
      </a:defRPr>
    </a:lvl5pPr>
    <a:lvl6pPr marL="3046921" algn="l" defTabSz="1218768" rtl="0" eaLnBrk="1" latinLnBrk="0" hangingPunct="1">
      <a:defRPr sz="4798" kern="1200">
        <a:solidFill>
          <a:schemeClr val="tx1"/>
        </a:solidFill>
        <a:latin typeface="Arial" charset="0"/>
        <a:ea typeface="+mn-ea"/>
        <a:cs typeface="+mn-cs"/>
      </a:defRPr>
    </a:lvl6pPr>
    <a:lvl7pPr marL="3656305" algn="l" defTabSz="1218768" rtl="0" eaLnBrk="1" latinLnBrk="0" hangingPunct="1">
      <a:defRPr sz="4798" kern="1200">
        <a:solidFill>
          <a:schemeClr val="tx1"/>
        </a:solidFill>
        <a:latin typeface="Arial" charset="0"/>
        <a:ea typeface="+mn-ea"/>
        <a:cs typeface="+mn-cs"/>
      </a:defRPr>
    </a:lvl7pPr>
    <a:lvl8pPr marL="4265689" algn="l" defTabSz="1218768" rtl="0" eaLnBrk="1" latinLnBrk="0" hangingPunct="1">
      <a:defRPr sz="4798" kern="1200">
        <a:solidFill>
          <a:schemeClr val="tx1"/>
        </a:solidFill>
        <a:latin typeface="Arial" charset="0"/>
        <a:ea typeface="+mn-ea"/>
        <a:cs typeface="+mn-cs"/>
      </a:defRPr>
    </a:lvl8pPr>
    <a:lvl9pPr marL="4875073" algn="l" defTabSz="1218768" rtl="0" eaLnBrk="1" latinLnBrk="0" hangingPunct="1">
      <a:defRPr sz="4798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ays of Working" id="{4B7A22DE-FE60-1C41-B7E8-16660286774D}">
          <p14:sldIdLst>
            <p14:sldId id="295"/>
            <p14:sldId id="297"/>
            <p14:sldId id="298"/>
            <p14:sldId id="299"/>
            <p14:sldId id="300"/>
            <p14:sldId id="301"/>
            <p14:sldId id="302"/>
            <p14:sldId id="304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38" userDrawn="1">
          <p15:clr>
            <a:srgbClr val="A4A3A4"/>
          </p15:clr>
        </p15:guide>
        <p15:guide id="2" orient="horz" pos="672" userDrawn="1">
          <p15:clr>
            <a:srgbClr val="A4A3A4"/>
          </p15:clr>
        </p15:guide>
        <p15:guide id="3" pos="257" userDrawn="1">
          <p15:clr>
            <a:srgbClr val="A4A3A4"/>
          </p15:clr>
        </p15:guide>
        <p15:guide id="4" pos="7439" userDrawn="1">
          <p15:clr>
            <a:srgbClr val="A4A3A4"/>
          </p15:clr>
        </p15:guide>
        <p15:guide id="5" pos="3762" userDrawn="1">
          <p15:clr>
            <a:srgbClr val="A4A3A4"/>
          </p15:clr>
        </p15:guide>
        <p15:guide id="6" pos="3887" userDrawn="1">
          <p15:clr>
            <a:srgbClr val="A4A3A4"/>
          </p15:clr>
        </p15:guide>
        <p15:guide id="7" pos="5441" userDrawn="1">
          <p15:clr>
            <a:srgbClr val="A4A3A4"/>
          </p15:clr>
        </p15:guide>
        <p15:guide id="8" orient="horz" pos="913" userDrawn="1">
          <p15:clr>
            <a:srgbClr val="A4A3A4"/>
          </p15:clr>
        </p15:guide>
        <p15:guide id="9" orient="horz" pos="718">
          <p15:clr>
            <a:srgbClr val="A4A3A4"/>
          </p15:clr>
        </p15:guide>
        <p15:guide id="10" pos="2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529B"/>
    <a:srgbClr val="D9D9D9"/>
    <a:srgbClr val="404040"/>
    <a:srgbClr val="513232"/>
    <a:srgbClr val="007AD6"/>
    <a:srgbClr val="59A2D6"/>
    <a:srgbClr val="72B0DC"/>
    <a:srgbClr val="FFD65A"/>
    <a:srgbClr val="00B0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50" autoAdjust="0"/>
    <p:restoredTop sz="95578" autoAdjust="0"/>
  </p:normalViewPr>
  <p:slideViewPr>
    <p:cSldViewPr snapToGrid="0" snapToObjects="1" showGuides="1">
      <p:cViewPr varScale="1">
        <p:scale>
          <a:sx n="70" d="100"/>
          <a:sy n="70" d="100"/>
        </p:scale>
        <p:origin x="732" y="54"/>
      </p:cViewPr>
      <p:guideLst>
        <p:guide orient="horz" pos="3938"/>
        <p:guide orient="horz" pos="672"/>
        <p:guide pos="257"/>
        <p:guide pos="7439"/>
        <p:guide pos="3762"/>
        <p:guide pos="3887"/>
        <p:guide pos="5441"/>
        <p:guide orient="horz" pos="913"/>
        <p:guide orient="horz" pos="718"/>
        <p:guide pos="2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062" y="6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50000"/>
              </a:spcBef>
              <a:defRPr sz="1200" b="1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50000"/>
              </a:spcBef>
              <a:defRPr sz="1200" b="1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50000"/>
              </a:spcBef>
              <a:defRPr sz="1200" b="1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50000"/>
              </a:spcBef>
              <a:defRPr sz="1200" b="1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742F716-0326-4B36-8912-FC624362C3D5}" type="slidenum">
              <a:rPr lang="en-US">
                <a:latin typeface="Calibri" pitchFamily="34" charset="0"/>
              </a:rPr>
              <a:pPr>
                <a:defRPr/>
              </a:pPr>
              <a:t>‹#›</a:t>
            </a:fld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2095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50000"/>
              </a:spcBef>
              <a:defRPr sz="1200" b="1" smtClean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50000"/>
              </a:spcBef>
              <a:defRPr sz="1200" b="1" smtClean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8788" y="719138"/>
            <a:ext cx="6397625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50000"/>
              </a:spcBef>
              <a:defRPr sz="1200" b="1" smtClean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50000"/>
              </a:spcBef>
              <a:defRPr sz="1200" b="1" smtClean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AABDC78B-03EC-4896-B864-3D56C6E3FF4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874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599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609384" algn="l" rtl="0" eaLnBrk="0" fontAlgn="base" hangingPunct="0">
      <a:spcBef>
        <a:spcPct val="30000"/>
      </a:spcBef>
      <a:spcAft>
        <a:spcPct val="0"/>
      </a:spcAft>
      <a:defRPr sz="1599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1218768" algn="l" rtl="0" eaLnBrk="0" fontAlgn="base" hangingPunct="0">
      <a:spcBef>
        <a:spcPct val="30000"/>
      </a:spcBef>
      <a:spcAft>
        <a:spcPct val="0"/>
      </a:spcAft>
      <a:defRPr sz="1599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828152" algn="l" rtl="0" eaLnBrk="0" fontAlgn="base" hangingPunct="0">
      <a:spcBef>
        <a:spcPct val="30000"/>
      </a:spcBef>
      <a:spcAft>
        <a:spcPct val="0"/>
      </a:spcAft>
      <a:defRPr sz="1599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2437535" algn="l" rtl="0" eaLnBrk="0" fontAlgn="base" hangingPunct="0">
      <a:spcBef>
        <a:spcPct val="30000"/>
      </a:spcBef>
      <a:spcAft>
        <a:spcPct val="0"/>
      </a:spcAft>
      <a:defRPr sz="1599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3046921" algn="l" defTabSz="1218768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6pPr>
    <a:lvl7pPr marL="3656305" algn="l" defTabSz="1218768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7pPr>
    <a:lvl8pPr marL="4265689" algn="l" defTabSz="1218768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8pPr>
    <a:lvl9pPr marL="4875073" algn="l" defTabSz="1218768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zfmzTcVUJg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zfmzTcVUJg" TargetMode="Externa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zfmzTcVUJg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ankurgoyal\AppData\Local\Microsoft\Windows\Temporary Internet Files\Content.Outlook\HEKY1WBJ\20101210_xxl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91" b="9864"/>
          <a:stretch/>
        </p:blipFill>
        <p:spPr bwMode="auto">
          <a:xfrm>
            <a:off x="0" y="1"/>
            <a:ext cx="12192000" cy="4937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Freeform 12"/>
          <p:cNvSpPr>
            <a:spLocks/>
          </p:cNvSpPr>
          <p:nvPr/>
        </p:nvSpPr>
        <p:spPr bwMode="auto">
          <a:xfrm>
            <a:off x="2121453" y="2843213"/>
            <a:ext cx="5934033" cy="3714750"/>
          </a:xfrm>
          <a:custGeom>
            <a:avLst/>
            <a:gdLst>
              <a:gd name="T0" fmla="*/ 3 w 3737"/>
              <a:gd name="T1" fmla="*/ 0 h 2340"/>
              <a:gd name="T2" fmla="*/ 0 w 3737"/>
              <a:gd name="T3" fmla="*/ 3 h 2340"/>
              <a:gd name="T4" fmla="*/ 3737 w 3737"/>
              <a:gd name="T5" fmla="*/ 2340 h 2340"/>
              <a:gd name="T6" fmla="*/ 3737 w 3737"/>
              <a:gd name="T7" fmla="*/ 2340 h 2340"/>
              <a:gd name="T8" fmla="*/ 1333 w 3737"/>
              <a:gd name="T9" fmla="*/ 832 h 2340"/>
              <a:gd name="T10" fmla="*/ 3 w 3737"/>
              <a:gd name="T11" fmla="*/ 0 h 2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37" h="2340">
                <a:moveTo>
                  <a:pt x="3" y="0"/>
                </a:moveTo>
                <a:lnTo>
                  <a:pt x="0" y="3"/>
                </a:lnTo>
                <a:lnTo>
                  <a:pt x="3737" y="2340"/>
                </a:lnTo>
                <a:lnTo>
                  <a:pt x="3737" y="2340"/>
                </a:lnTo>
                <a:lnTo>
                  <a:pt x="1333" y="832"/>
                </a:lnTo>
                <a:lnTo>
                  <a:pt x="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3600" dirty="0">
              <a:latin typeface="Calibri" panose="020F0502020204030204" pitchFamily="34" charset="0"/>
            </a:endParaRPr>
          </a:p>
        </p:txBody>
      </p:sp>
      <p:sp>
        <p:nvSpPr>
          <p:cNvPr id="1433603" name="Rectangle 3"/>
          <p:cNvSpPr>
            <a:spLocks noGrp="1" noChangeArrowheads="1"/>
          </p:cNvSpPr>
          <p:nvPr userDrawn="1">
            <p:ph type="ctrTitle"/>
          </p:nvPr>
        </p:nvSpPr>
        <p:spPr>
          <a:xfrm>
            <a:off x="407987" y="5044161"/>
            <a:ext cx="6974447" cy="576709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3398" b="1">
                <a:solidFill>
                  <a:srgbClr val="00529B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33605" name="Rectangle 5"/>
          <p:cNvSpPr>
            <a:spLocks noGrp="1" noChangeArrowheads="1"/>
          </p:cNvSpPr>
          <p:nvPr userDrawn="1">
            <p:ph type="subTitle" sz="quarter" idx="1"/>
          </p:nvPr>
        </p:nvSpPr>
        <p:spPr>
          <a:xfrm>
            <a:off x="407987" y="5704661"/>
            <a:ext cx="4354964" cy="276998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buFont typeface="Wingdings 2" pitchFamily="18" charset="2"/>
              <a:buNone/>
              <a:defRPr sz="1800" b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4" name="Rectangle 6"/>
          <p:cNvSpPr>
            <a:spLocks/>
          </p:cNvSpPr>
          <p:nvPr userDrawn="1"/>
        </p:nvSpPr>
        <p:spPr bwMode="auto">
          <a:xfrm>
            <a:off x="8622678" y="6597039"/>
            <a:ext cx="315809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rIns="0">
            <a:spAutoFit/>
          </a:bodyPr>
          <a:lstStyle/>
          <a:p>
            <a:pPr algn="r"/>
            <a:r>
              <a:rPr lang="en-US" sz="900" dirty="0">
                <a:latin typeface="Calibri" panose="020F0502020204030204" pitchFamily="34" charset="0"/>
                <a:ea typeface="Verdana" pitchFamily="34" charset="0"/>
                <a:cs typeface="Calibri" panose="020F0502020204030204" pitchFamily="34" charset="0"/>
              </a:rPr>
              <a:t>Copyright © 2017 HCL Technologies Limited  |  www.hcltech.com</a:t>
            </a:r>
          </a:p>
        </p:txBody>
      </p:sp>
      <p:grpSp>
        <p:nvGrpSpPr>
          <p:cNvPr id="25" name="Group 5"/>
          <p:cNvGrpSpPr>
            <a:grpSpLocks noChangeAspect="1"/>
          </p:cNvGrpSpPr>
          <p:nvPr userDrawn="1"/>
        </p:nvGrpSpPr>
        <p:grpSpPr bwMode="auto">
          <a:xfrm>
            <a:off x="10831204" y="6446252"/>
            <a:ext cx="943221" cy="160337"/>
            <a:chOff x="5094" y="3939"/>
            <a:chExt cx="1488" cy="255"/>
          </a:xfrm>
        </p:grpSpPr>
        <p:sp>
          <p:nvSpPr>
            <p:cNvPr id="26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5094" y="3939"/>
              <a:ext cx="148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600">
                <a:latin typeface="Calibri" panose="020F0502020204030204" pitchFamily="34" charset="0"/>
              </a:endParaRPr>
            </a:p>
          </p:txBody>
        </p:sp>
        <p:sp>
          <p:nvSpPr>
            <p:cNvPr id="27" name="Freeform 6"/>
            <p:cNvSpPr>
              <a:spLocks/>
            </p:cNvSpPr>
            <p:nvPr userDrawn="1"/>
          </p:nvSpPr>
          <p:spPr bwMode="auto">
            <a:xfrm>
              <a:off x="5122" y="3965"/>
              <a:ext cx="555" cy="194"/>
            </a:xfrm>
            <a:custGeom>
              <a:avLst/>
              <a:gdLst>
                <a:gd name="T0" fmla="*/ 0 w 555"/>
                <a:gd name="T1" fmla="*/ 194 h 194"/>
                <a:gd name="T2" fmla="*/ 156 w 555"/>
                <a:gd name="T3" fmla="*/ 194 h 194"/>
                <a:gd name="T4" fmla="*/ 189 w 555"/>
                <a:gd name="T5" fmla="*/ 116 h 194"/>
                <a:gd name="T6" fmla="*/ 343 w 555"/>
                <a:gd name="T7" fmla="*/ 116 h 194"/>
                <a:gd name="T8" fmla="*/ 310 w 555"/>
                <a:gd name="T9" fmla="*/ 194 h 194"/>
                <a:gd name="T10" fmla="*/ 468 w 555"/>
                <a:gd name="T11" fmla="*/ 194 h 194"/>
                <a:gd name="T12" fmla="*/ 555 w 555"/>
                <a:gd name="T13" fmla="*/ 0 h 194"/>
                <a:gd name="T14" fmla="*/ 395 w 555"/>
                <a:gd name="T15" fmla="*/ 0 h 194"/>
                <a:gd name="T16" fmla="*/ 366 w 555"/>
                <a:gd name="T17" fmla="*/ 66 h 194"/>
                <a:gd name="T18" fmla="*/ 213 w 555"/>
                <a:gd name="T19" fmla="*/ 66 h 194"/>
                <a:gd name="T20" fmla="*/ 241 w 555"/>
                <a:gd name="T21" fmla="*/ 0 h 194"/>
                <a:gd name="T22" fmla="*/ 85 w 555"/>
                <a:gd name="T23" fmla="*/ 0 h 194"/>
                <a:gd name="T24" fmla="*/ 0 w 555"/>
                <a:gd name="T25" fmla="*/ 194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5" h="194">
                  <a:moveTo>
                    <a:pt x="0" y="194"/>
                  </a:moveTo>
                  <a:lnTo>
                    <a:pt x="156" y="194"/>
                  </a:lnTo>
                  <a:lnTo>
                    <a:pt x="189" y="116"/>
                  </a:lnTo>
                  <a:lnTo>
                    <a:pt x="343" y="116"/>
                  </a:lnTo>
                  <a:lnTo>
                    <a:pt x="310" y="194"/>
                  </a:lnTo>
                  <a:lnTo>
                    <a:pt x="468" y="194"/>
                  </a:lnTo>
                  <a:lnTo>
                    <a:pt x="555" y="0"/>
                  </a:lnTo>
                  <a:lnTo>
                    <a:pt x="395" y="0"/>
                  </a:lnTo>
                  <a:lnTo>
                    <a:pt x="366" y="66"/>
                  </a:lnTo>
                  <a:lnTo>
                    <a:pt x="213" y="66"/>
                  </a:lnTo>
                  <a:lnTo>
                    <a:pt x="241" y="0"/>
                  </a:lnTo>
                  <a:lnTo>
                    <a:pt x="85" y="0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600">
                <a:latin typeface="Calibri" panose="020F0502020204030204" pitchFamily="34" charset="0"/>
              </a:endParaRPr>
            </a:p>
          </p:txBody>
        </p:sp>
        <p:sp>
          <p:nvSpPr>
            <p:cNvPr id="28" name="Freeform 7"/>
            <p:cNvSpPr>
              <a:spLocks/>
            </p:cNvSpPr>
            <p:nvPr userDrawn="1"/>
          </p:nvSpPr>
          <p:spPr bwMode="auto">
            <a:xfrm>
              <a:off x="5649" y="3949"/>
              <a:ext cx="524" cy="222"/>
            </a:xfrm>
            <a:custGeom>
              <a:avLst/>
              <a:gdLst>
                <a:gd name="T0" fmla="*/ 885 w 222"/>
                <a:gd name="T1" fmla="*/ 196 h 94"/>
                <a:gd name="T2" fmla="*/ 1237 w 222"/>
                <a:gd name="T3" fmla="*/ 196 h 94"/>
                <a:gd name="T4" fmla="*/ 1015 w 222"/>
                <a:gd name="T5" fmla="*/ 45 h 94"/>
                <a:gd name="T6" fmla="*/ 189 w 222"/>
                <a:gd name="T7" fmla="*/ 139 h 94"/>
                <a:gd name="T8" fmla="*/ 172 w 222"/>
                <a:gd name="T9" fmla="*/ 458 h 94"/>
                <a:gd name="T10" fmla="*/ 852 w 222"/>
                <a:gd name="T11" fmla="*/ 484 h 94"/>
                <a:gd name="T12" fmla="*/ 1164 w 222"/>
                <a:gd name="T13" fmla="*/ 345 h 94"/>
                <a:gd name="T14" fmla="*/ 807 w 222"/>
                <a:gd name="T15" fmla="*/ 345 h 94"/>
                <a:gd name="T16" fmla="*/ 630 w 222"/>
                <a:gd name="T17" fmla="*/ 401 h 94"/>
                <a:gd name="T18" fmla="*/ 439 w 222"/>
                <a:gd name="T19" fmla="*/ 267 h 94"/>
                <a:gd name="T20" fmla="*/ 701 w 222"/>
                <a:gd name="T21" fmla="*/ 139 h 94"/>
                <a:gd name="T22" fmla="*/ 885 w 222"/>
                <a:gd name="T23" fmla="*/ 196 h 9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94">
                  <a:moveTo>
                    <a:pt x="159" y="35"/>
                  </a:moveTo>
                  <a:cubicBezTo>
                    <a:pt x="222" y="35"/>
                    <a:pt x="222" y="35"/>
                    <a:pt x="222" y="35"/>
                  </a:cubicBezTo>
                  <a:cubicBezTo>
                    <a:pt x="221" y="21"/>
                    <a:pt x="208" y="12"/>
                    <a:pt x="182" y="8"/>
                  </a:cubicBezTo>
                  <a:cubicBezTo>
                    <a:pt x="130" y="0"/>
                    <a:pt x="74" y="3"/>
                    <a:pt x="34" y="25"/>
                  </a:cubicBezTo>
                  <a:cubicBezTo>
                    <a:pt x="2" y="43"/>
                    <a:pt x="0" y="69"/>
                    <a:pt x="31" y="82"/>
                  </a:cubicBezTo>
                  <a:cubicBezTo>
                    <a:pt x="58" y="93"/>
                    <a:pt x="113" y="94"/>
                    <a:pt x="153" y="87"/>
                  </a:cubicBezTo>
                  <a:cubicBezTo>
                    <a:pt x="179" y="83"/>
                    <a:pt x="198" y="74"/>
                    <a:pt x="209" y="62"/>
                  </a:cubicBezTo>
                  <a:cubicBezTo>
                    <a:pt x="145" y="62"/>
                    <a:pt x="145" y="62"/>
                    <a:pt x="145" y="62"/>
                  </a:cubicBezTo>
                  <a:cubicBezTo>
                    <a:pt x="137" y="68"/>
                    <a:pt x="126" y="71"/>
                    <a:pt x="113" y="72"/>
                  </a:cubicBezTo>
                  <a:cubicBezTo>
                    <a:pt x="77" y="72"/>
                    <a:pt x="72" y="61"/>
                    <a:pt x="79" y="48"/>
                  </a:cubicBezTo>
                  <a:cubicBezTo>
                    <a:pt x="86" y="34"/>
                    <a:pt x="102" y="25"/>
                    <a:pt x="126" y="25"/>
                  </a:cubicBezTo>
                  <a:cubicBezTo>
                    <a:pt x="145" y="24"/>
                    <a:pt x="154" y="28"/>
                    <a:pt x="159" y="35"/>
                  </a:cubicBez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600">
                <a:latin typeface="Calibri" panose="020F0502020204030204" pitchFamily="34" charset="0"/>
              </a:endParaRPr>
            </a:p>
          </p:txBody>
        </p:sp>
        <p:sp>
          <p:nvSpPr>
            <p:cNvPr id="29" name="Freeform 8"/>
            <p:cNvSpPr>
              <a:spLocks/>
            </p:cNvSpPr>
            <p:nvPr userDrawn="1"/>
          </p:nvSpPr>
          <p:spPr bwMode="auto">
            <a:xfrm>
              <a:off x="6162" y="3965"/>
              <a:ext cx="403" cy="194"/>
            </a:xfrm>
            <a:custGeom>
              <a:avLst/>
              <a:gdLst>
                <a:gd name="T0" fmla="*/ 248 w 403"/>
                <a:gd name="T1" fmla="*/ 0 h 194"/>
                <a:gd name="T2" fmla="*/ 181 w 403"/>
                <a:gd name="T3" fmla="*/ 146 h 194"/>
                <a:gd name="T4" fmla="*/ 403 w 403"/>
                <a:gd name="T5" fmla="*/ 146 h 194"/>
                <a:gd name="T6" fmla="*/ 385 w 403"/>
                <a:gd name="T7" fmla="*/ 194 h 194"/>
                <a:gd name="T8" fmla="*/ 0 w 403"/>
                <a:gd name="T9" fmla="*/ 194 h 194"/>
                <a:gd name="T10" fmla="*/ 87 w 403"/>
                <a:gd name="T11" fmla="*/ 0 h 194"/>
                <a:gd name="T12" fmla="*/ 248 w 403"/>
                <a:gd name="T13" fmla="*/ 0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3" h="194">
                  <a:moveTo>
                    <a:pt x="248" y="0"/>
                  </a:moveTo>
                  <a:lnTo>
                    <a:pt x="181" y="146"/>
                  </a:lnTo>
                  <a:lnTo>
                    <a:pt x="403" y="146"/>
                  </a:lnTo>
                  <a:lnTo>
                    <a:pt x="385" y="194"/>
                  </a:lnTo>
                  <a:lnTo>
                    <a:pt x="0" y="194"/>
                  </a:lnTo>
                  <a:lnTo>
                    <a:pt x="87" y="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60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468101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04486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>
            <a:grpSpLocks/>
          </p:cNvGrpSpPr>
          <p:nvPr userDrawn="1"/>
        </p:nvGrpSpPr>
        <p:grpSpPr bwMode="auto">
          <a:xfrm>
            <a:off x="5024161" y="5853906"/>
            <a:ext cx="2145272" cy="438150"/>
            <a:chOff x="3533775" y="5853113"/>
            <a:chExt cx="2144713" cy="438150"/>
          </a:xfrm>
        </p:grpSpPr>
        <p:sp>
          <p:nvSpPr>
            <p:cNvPr id="52" name="Freeform 51"/>
            <p:cNvSpPr>
              <a:spLocks/>
            </p:cNvSpPr>
            <p:nvPr userDrawn="1"/>
          </p:nvSpPr>
          <p:spPr bwMode="auto">
            <a:xfrm>
              <a:off x="4043363" y="5999163"/>
              <a:ext cx="187325" cy="149225"/>
            </a:xfrm>
            <a:custGeom>
              <a:avLst/>
              <a:gdLst>
                <a:gd name="T0" fmla="*/ 2147483647 w 60"/>
                <a:gd name="T1" fmla="*/ 0 h 47"/>
                <a:gd name="T2" fmla="*/ 2147483647 w 60"/>
                <a:gd name="T3" fmla="*/ 2147483647 h 47"/>
                <a:gd name="T4" fmla="*/ 2147483647 w 60"/>
                <a:gd name="T5" fmla="*/ 2147483647 h 47"/>
                <a:gd name="T6" fmla="*/ 2147483647 w 60"/>
                <a:gd name="T7" fmla="*/ 2147483647 h 47"/>
                <a:gd name="T8" fmla="*/ 2147483647 w 60"/>
                <a:gd name="T9" fmla="*/ 2147483647 h 47"/>
                <a:gd name="T10" fmla="*/ 2147483647 w 60"/>
                <a:gd name="T11" fmla="*/ 2147483647 h 47"/>
                <a:gd name="T12" fmla="*/ 2147483647 w 60"/>
                <a:gd name="T13" fmla="*/ 2147483647 h 47"/>
                <a:gd name="T14" fmla="*/ 2147483647 w 60"/>
                <a:gd name="T15" fmla="*/ 2147483647 h 47"/>
                <a:gd name="T16" fmla="*/ 2147483647 w 60"/>
                <a:gd name="T17" fmla="*/ 2147483647 h 47"/>
                <a:gd name="T18" fmla="*/ 0 w 60"/>
                <a:gd name="T19" fmla="*/ 0 h 47"/>
                <a:gd name="T20" fmla="*/ 2147483647 w 60"/>
                <a:gd name="T21" fmla="*/ 0 h 47"/>
                <a:gd name="T22" fmla="*/ 2147483647 w 60"/>
                <a:gd name="T23" fmla="*/ 2147483647 h 47"/>
                <a:gd name="T24" fmla="*/ 2147483647 w 60"/>
                <a:gd name="T25" fmla="*/ 2147483647 h 47"/>
                <a:gd name="T26" fmla="*/ 2147483647 w 60"/>
                <a:gd name="T27" fmla="*/ 2147483647 h 47"/>
                <a:gd name="T28" fmla="*/ 2147483647 w 60"/>
                <a:gd name="T29" fmla="*/ 2147483647 h 47"/>
                <a:gd name="T30" fmla="*/ 2147483647 w 60"/>
                <a:gd name="T31" fmla="*/ 2147483647 h 47"/>
                <a:gd name="T32" fmla="*/ 2147483647 w 60"/>
                <a:gd name="T33" fmla="*/ 2147483647 h 47"/>
                <a:gd name="T34" fmla="*/ 2147483647 w 60"/>
                <a:gd name="T35" fmla="*/ 2147483647 h 47"/>
                <a:gd name="T36" fmla="*/ 2147483647 w 60"/>
                <a:gd name="T37" fmla="*/ 2147483647 h 47"/>
                <a:gd name="T38" fmla="*/ 2147483647 w 60"/>
                <a:gd name="T39" fmla="*/ 2147483647 h 47"/>
                <a:gd name="T40" fmla="*/ 2147483647 w 60"/>
                <a:gd name="T41" fmla="*/ 2147483647 h 47"/>
                <a:gd name="T42" fmla="*/ 2147483647 w 60"/>
                <a:gd name="T43" fmla="*/ 0 h 47"/>
                <a:gd name="T44" fmla="*/ 2147483647 w 60"/>
                <a:gd name="T45" fmla="*/ 0 h 4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0" h="47">
                  <a:moveTo>
                    <a:pt x="60" y="0"/>
                  </a:moveTo>
                  <a:cubicBezTo>
                    <a:pt x="46" y="47"/>
                    <a:pt x="46" y="47"/>
                    <a:pt x="46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0" y="17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29" y="17"/>
                    <a:pt x="28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32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8" y="32"/>
                    <a:pt x="19" y="28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2" y="32"/>
                    <a:pt x="42" y="36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6"/>
                    <a:pt x="43" y="32"/>
                    <a:pt x="44" y="28"/>
                  </a:cubicBezTo>
                  <a:cubicBezTo>
                    <a:pt x="52" y="0"/>
                    <a:pt x="52" y="0"/>
                    <a:pt x="52" y="0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Freeform 54"/>
            <p:cNvSpPr>
              <a:spLocks noEditPoints="1"/>
            </p:cNvSpPr>
            <p:nvPr userDrawn="1"/>
          </p:nvSpPr>
          <p:spPr bwMode="auto">
            <a:xfrm>
              <a:off x="4219575" y="5999163"/>
              <a:ext cx="136525" cy="149225"/>
            </a:xfrm>
            <a:custGeom>
              <a:avLst/>
              <a:gdLst>
                <a:gd name="T0" fmla="*/ 2147483647 w 43"/>
                <a:gd name="T1" fmla="*/ 2147483647 h 47"/>
                <a:gd name="T2" fmla="*/ 2147483647 w 43"/>
                <a:gd name="T3" fmla="*/ 2147483647 h 47"/>
                <a:gd name="T4" fmla="*/ 2147483647 w 43"/>
                <a:gd name="T5" fmla="*/ 2147483647 h 47"/>
                <a:gd name="T6" fmla="*/ 0 w 43"/>
                <a:gd name="T7" fmla="*/ 2147483647 h 47"/>
                <a:gd name="T8" fmla="*/ 2147483647 w 43"/>
                <a:gd name="T9" fmla="*/ 0 h 47"/>
                <a:gd name="T10" fmla="*/ 2147483647 w 43"/>
                <a:gd name="T11" fmla="*/ 0 h 47"/>
                <a:gd name="T12" fmla="*/ 2147483647 w 43"/>
                <a:gd name="T13" fmla="*/ 2147483647 h 47"/>
                <a:gd name="T14" fmla="*/ 2147483647 w 43"/>
                <a:gd name="T15" fmla="*/ 2147483647 h 47"/>
                <a:gd name="T16" fmla="*/ 2147483647 w 43"/>
                <a:gd name="T17" fmla="*/ 2147483647 h 47"/>
                <a:gd name="T18" fmla="*/ 2147483647 w 43"/>
                <a:gd name="T19" fmla="*/ 2147483647 h 47"/>
                <a:gd name="T20" fmla="*/ 2147483647 w 43"/>
                <a:gd name="T21" fmla="*/ 2147483647 h 47"/>
                <a:gd name="T22" fmla="*/ 2147483647 w 43"/>
                <a:gd name="T23" fmla="*/ 2147483647 h 47"/>
                <a:gd name="T24" fmla="*/ 2147483647 w 43"/>
                <a:gd name="T25" fmla="*/ 2147483647 h 47"/>
                <a:gd name="T26" fmla="*/ 2147483647 w 43"/>
                <a:gd name="T27" fmla="*/ 2147483647 h 47"/>
                <a:gd name="T28" fmla="*/ 2147483647 w 43"/>
                <a:gd name="T29" fmla="*/ 2147483647 h 47"/>
                <a:gd name="T30" fmla="*/ 2147483647 w 43"/>
                <a:gd name="T31" fmla="*/ 2147483647 h 4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3" h="47">
                  <a:moveTo>
                    <a:pt x="32" y="36"/>
                  </a:moveTo>
                  <a:cubicBezTo>
                    <a:pt x="12" y="36"/>
                    <a:pt x="12" y="36"/>
                    <a:pt x="12" y="3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32" y="36"/>
                  </a:lnTo>
                  <a:close/>
                  <a:moveTo>
                    <a:pt x="29" y="29"/>
                  </a:moveTo>
                  <a:cubicBezTo>
                    <a:pt x="24" y="14"/>
                    <a:pt x="24" y="14"/>
                    <a:pt x="24" y="14"/>
                  </a:cubicBezTo>
                  <a:cubicBezTo>
                    <a:pt x="23" y="11"/>
                    <a:pt x="22" y="8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8"/>
                    <a:pt x="21" y="11"/>
                    <a:pt x="20" y="14"/>
                  </a:cubicBezTo>
                  <a:cubicBezTo>
                    <a:pt x="14" y="29"/>
                    <a:pt x="14" y="29"/>
                    <a:pt x="14" y="29"/>
                  </a:cubicBezTo>
                  <a:lnTo>
                    <a:pt x="29" y="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Freeform 55"/>
            <p:cNvSpPr>
              <a:spLocks/>
            </p:cNvSpPr>
            <p:nvPr userDrawn="1"/>
          </p:nvSpPr>
          <p:spPr bwMode="auto">
            <a:xfrm>
              <a:off x="4346575" y="5999163"/>
              <a:ext cx="109538" cy="149225"/>
            </a:xfrm>
            <a:custGeom>
              <a:avLst/>
              <a:gdLst>
                <a:gd name="T0" fmla="*/ 2147483647 w 82"/>
                <a:gd name="T1" fmla="*/ 0 h 111"/>
                <a:gd name="T2" fmla="*/ 2147483647 w 82"/>
                <a:gd name="T3" fmla="*/ 2147483647 h 111"/>
                <a:gd name="T4" fmla="*/ 2147483647 w 82"/>
                <a:gd name="T5" fmla="*/ 2147483647 h 111"/>
                <a:gd name="T6" fmla="*/ 2147483647 w 82"/>
                <a:gd name="T7" fmla="*/ 2147483647 h 111"/>
                <a:gd name="T8" fmla="*/ 2147483647 w 82"/>
                <a:gd name="T9" fmla="*/ 2147483647 h 111"/>
                <a:gd name="T10" fmla="*/ 2147483647 w 82"/>
                <a:gd name="T11" fmla="*/ 2147483647 h 111"/>
                <a:gd name="T12" fmla="*/ 0 w 82"/>
                <a:gd name="T13" fmla="*/ 2147483647 h 111"/>
                <a:gd name="T14" fmla="*/ 0 w 82"/>
                <a:gd name="T15" fmla="*/ 0 h 111"/>
                <a:gd name="T16" fmla="*/ 2147483647 w 82"/>
                <a:gd name="T17" fmla="*/ 0 h 1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111">
                  <a:moveTo>
                    <a:pt x="82" y="0"/>
                  </a:moveTo>
                  <a:lnTo>
                    <a:pt x="82" y="14"/>
                  </a:lnTo>
                  <a:lnTo>
                    <a:pt x="49" y="14"/>
                  </a:lnTo>
                  <a:lnTo>
                    <a:pt x="49" y="111"/>
                  </a:lnTo>
                  <a:lnTo>
                    <a:pt x="33" y="111"/>
                  </a:lnTo>
                  <a:lnTo>
                    <a:pt x="33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Freeform 56"/>
            <p:cNvSpPr>
              <a:spLocks/>
            </p:cNvSpPr>
            <p:nvPr userDrawn="1"/>
          </p:nvSpPr>
          <p:spPr bwMode="auto">
            <a:xfrm>
              <a:off x="4462463" y="5995988"/>
              <a:ext cx="131762" cy="153987"/>
            </a:xfrm>
            <a:custGeom>
              <a:avLst/>
              <a:gdLst>
                <a:gd name="T0" fmla="*/ 2147483647 w 42"/>
                <a:gd name="T1" fmla="*/ 2147483647 h 49"/>
                <a:gd name="T2" fmla="*/ 2147483647 w 42"/>
                <a:gd name="T3" fmla="*/ 2147483647 h 49"/>
                <a:gd name="T4" fmla="*/ 2147483647 w 42"/>
                <a:gd name="T5" fmla="*/ 2147483647 h 49"/>
                <a:gd name="T6" fmla="*/ 2147483647 w 42"/>
                <a:gd name="T7" fmla="*/ 2147483647 h 49"/>
                <a:gd name="T8" fmla="*/ 2147483647 w 42"/>
                <a:gd name="T9" fmla="*/ 2147483647 h 49"/>
                <a:gd name="T10" fmla="*/ 2147483647 w 42"/>
                <a:gd name="T11" fmla="*/ 2147483647 h 49"/>
                <a:gd name="T12" fmla="*/ 2147483647 w 42"/>
                <a:gd name="T13" fmla="*/ 2147483647 h 49"/>
                <a:gd name="T14" fmla="*/ 0 w 42"/>
                <a:gd name="T15" fmla="*/ 2147483647 h 49"/>
                <a:gd name="T16" fmla="*/ 2147483647 w 42"/>
                <a:gd name="T17" fmla="*/ 0 h 49"/>
                <a:gd name="T18" fmla="*/ 2147483647 w 42"/>
                <a:gd name="T19" fmla="*/ 2147483647 h 49"/>
                <a:gd name="T20" fmla="*/ 2147483647 w 42"/>
                <a:gd name="T21" fmla="*/ 2147483647 h 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49">
                  <a:moveTo>
                    <a:pt x="34" y="14"/>
                  </a:moveTo>
                  <a:cubicBezTo>
                    <a:pt x="32" y="9"/>
                    <a:pt x="27" y="7"/>
                    <a:pt x="22" y="7"/>
                  </a:cubicBezTo>
                  <a:cubicBezTo>
                    <a:pt x="14" y="7"/>
                    <a:pt x="8" y="13"/>
                    <a:pt x="8" y="24"/>
                  </a:cubicBezTo>
                  <a:cubicBezTo>
                    <a:pt x="8" y="35"/>
                    <a:pt x="14" y="41"/>
                    <a:pt x="22" y="41"/>
                  </a:cubicBezTo>
                  <a:cubicBezTo>
                    <a:pt x="28" y="41"/>
                    <a:pt x="33" y="38"/>
                    <a:pt x="35" y="33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39" y="43"/>
                    <a:pt x="31" y="49"/>
                    <a:pt x="22" y="49"/>
                  </a:cubicBezTo>
                  <a:cubicBezTo>
                    <a:pt x="10" y="49"/>
                    <a:pt x="0" y="39"/>
                    <a:pt x="0" y="24"/>
                  </a:cubicBezTo>
                  <a:cubicBezTo>
                    <a:pt x="0" y="9"/>
                    <a:pt x="10" y="0"/>
                    <a:pt x="22" y="0"/>
                  </a:cubicBezTo>
                  <a:cubicBezTo>
                    <a:pt x="31" y="0"/>
                    <a:pt x="38" y="4"/>
                    <a:pt x="41" y="12"/>
                  </a:cubicBezTo>
                  <a:lnTo>
                    <a:pt x="34" y="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reeform 57"/>
            <p:cNvSpPr>
              <a:spLocks/>
            </p:cNvSpPr>
            <p:nvPr userDrawn="1"/>
          </p:nvSpPr>
          <p:spPr bwMode="auto">
            <a:xfrm>
              <a:off x="4618038" y="5999163"/>
              <a:ext cx="109537" cy="149225"/>
            </a:xfrm>
            <a:custGeom>
              <a:avLst/>
              <a:gdLst>
                <a:gd name="T0" fmla="*/ 2147483647 w 82"/>
                <a:gd name="T1" fmla="*/ 0 h 111"/>
                <a:gd name="T2" fmla="*/ 2147483647 w 82"/>
                <a:gd name="T3" fmla="*/ 2147483647 h 111"/>
                <a:gd name="T4" fmla="*/ 2147483647 w 82"/>
                <a:gd name="T5" fmla="*/ 2147483647 h 111"/>
                <a:gd name="T6" fmla="*/ 2147483647 w 82"/>
                <a:gd name="T7" fmla="*/ 2147483647 h 111"/>
                <a:gd name="T8" fmla="*/ 2147483647 w 82"/>
                <a:gd name="T9" fmla="*/ 2147483647 h 111"/>
                <a:gd name="T10" fmla="*/ 2147483647 w 82"/>
                <a:gd name="T11" fmla="*/ 2147483647 h 111"/>
                <a:gd name="T12" fmla="*/ 0 w 82"/>
                <a:gd name="T13" fmla="*/ 2147483647 h 111"/>
                <a:gd name="T14" fmla="*/ 0 w 82"/>
                <a:gd name="T15" fmla="*/ 0 h 111"/>
                <a:gd name="T16" fmla="*/ 2147483647 w 82"/>
                <a:gd name="T17" fmla="*/ 0 h 111"/>
                <a:gd name="T18" fmla="*/ 2147483647 w 82"/>
                <a:gd name="T19" fmla="*/ 2147483647 h 111"/>
                <a:gd name="T20" fmla="*/ 2147483647 w 82"/>
                <a:gd name="T21" fmla="*/ 2147483647 h 111"/>
                <a:gd name="T22" fmla="*/ 2147483647 w 82"/>
                <a:gd name="T23" fmla="*/ 0 h 111"/>
                <a:gd name="T24" fmla="*/ 2147483647 w 82"/>
                <a:gd name="T25" fmla="*/ 0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2" h="111">
                  <a:moveTo>
                    <a:pt x="82" y="0"/>
                  </a:moveTo>
                  <a:lnTo>
                    <a:pt x="82" y="111"/>
                  </a:lnTo>
                  <a:lnTo>
                    <a:pt x="64" y="111"/>
                  </a:lnTo>
                  <a:lnTo>
                    <a:pt x="64" y="61"/>
                  </a:lnTo>
                  <a:lnTo>
                    <a:pt x="16" y="61"/>
                  </a:lnTo>
                  <a:lnTo>
                    <a:pt x="16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45"/>
                  </a:lnTo>
                  <a:lnTo>
                    <a:pt x="64" y="45"/>
                  </a:lnTo>
                  <a:lnTo>
                    <a:pt x="64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reeform 58"/>
            <p:cNvSpPr>
              <a:spLocks/>
            </p:cNvSpPr>
            <p:nvPr userDrawn="1"/>
          </p:nvSpPr>
          <p:spPr bwMode="auto">
            <a:xfrm>
              <a:off x="4795838" y="5999163"/>
              <a:ext cx="111125" cy="149225"/>
            </a:xfrm>
            <a:custGeom>
              <a:avLst/>
              <a:gdLst>
                <a:gd name="T0" fmla="*/ 2147483647 w 83"/>
                <a:gd name="T1" fmla="*/ 0 h 111"/>
                <a:gd name="T2" fmla="*/ 2147483647 w 83"/>
                <a:gd name="T3" fmla="*/ 2147483647 h 111"/>
                <a:gd name="T4" fmla="*/ 2147483647 w 83"/>
                <a:gd name="T5" fmla="*/ 2147483647 h 111"/>
                <a:gd name="T6" fmla="*/ 2147483647 w 83"/>
                <a:gd name="T7" fmla="*/ 2147483647 h 111"/>
                <a:gd name="T8" fmla="*/ 2147483647 w 83"/>
                <a:gd name="T9" fmla="*/ 2147483647 h 111"/>
                <a:gd name="T10" fmla="*/ 2147483647 w 83"/>
                <a:gd name="T11" fmla="*/ 2147483647 h 111"/>
                <a:gd name="T12" fmla="*/ 0 w 83"/>
                <a:gd name="T13" fmla="*/ 2147483647 h 111"/>
                <a:gd name="T14" fmla="*/ 0 w 83"/>
                <a:gd name="T15" fmla="*/ 0 h 111"/>
                <a:gd name="T16" fmla="*/ 2147483647 w 83"/>
                <a:gd name="T17" fmla="*/ 0 h 1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3" h="111">
                  <a:moveTo>
                    <a:pt x="83" y="0"/>
                  </a:moveTo>
                  <a:lnTo>
                    <a:pt x="83" y="14"/>
                  </a:lnTo>
                  <a:lnTo>
                    <a:pt x="50" y="14"/>
                  </a:lnTo>
                  <a:lnTo>
                    <a:pt x="50" y="111"/>
                  </a:lnTo>
                  <a:lnTo>
                    <a:pt x="33" y="111"/>
                  </a:lnTo>
                  <a:lnTo>
                    <a:pt x="33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Freeform 59"/>
            <p:cNvSpPr>
              <a:spLocks/>
            </p:cNvSpPr>
            <p:nvPr userDrawn="1"/>
          </p:nvSpPr>
          <p:spPr bwMode="auto">
            <a:xfrm>
              <a:off x="4929188" y="5999163"/>
              <a:ext cx="109537" cy="149225"/>
            </a:xfrm>
            <a:custGeom>
              <a:avLst/>
              <a:gdLst>
                <a:gd name="T0" fmla="*/ 2147483647 w 82"/>
                <a:gd name="T1" fmla="*/ 0 h 111"/>
                <a:gd name="T2" fmla="*/ 2147483647 w 82"/>
                <a:gd name="T3" fmla="*/ 2147483647 h 111"/>
                <a:gd name="T4" fmla="*/ 2147483647 w 82"/>
                <a:gd name="T5" fmla="*/ 2147483647 h 111"/>
                <a:gd name="T6" fmla="*/ 2147483647 w 82"/>
                <a:gd name="T7" fmla="*/ 2147483647 h 111"/>
                <a:gd name="T8" fmla="*/ 2147483647 w 82"/>
                <a:gd name="T9" fmla="*/ 2147483647 h 111"/>
                <a:gd name="T10" fmla="*/ 2147483647 w 82"/>
                <a:gd name="T11" fmla="*/ 2147483647 h 111"/>
                <a:gd name="T12" fmla="*/ 0 w 82"/>
                <a:gd name="T13" fmla="*/ 2147483647 h 111"/>
                <a:gd name="T14" fmla="*/ 0 w 82"/>
                <a:gd name="T15" fmla="*/ 0 h 111"/>
                <a:gd name="T16" fmla="*/ 2147483647 w 82"/>
                <a:gd name="T17" fmla="*/ 0 h 111"/>
                <a:gd name="T18" fmla="*/ 2147483647 w 82"/>
                <a:gd name="T19" fmla="*/ 2147483647 h 111"/>
                <a:gd name="T20" fmla="*/ 2147483647 w 82"/>
                <a:gd name="T21" fmla="*/ 2147483647 h 111"/>
                <a:gd name="T22" fmla="*/ 2147483647 w 82"/>
                <a:gd name="T23" fmla="*/ 0 h 111"/>
                <a:gd name="T24" fmla="*/ 2147483647 w 82"/>
                <a:gd name="T25" fmla="*/ 0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2" h="111">
                  <a:moveTo>
                    <a:pt x="82" y="0"/>
                  </a:moveTo>
                  <a:lnTo>
                    <a:pt x="82" y="111"/>
                  </a:lnTo>
                  <a:lnTo>
                    <a:pt x="63" y="111"/>
                  </a:lnTo>
                  <a:lnTo>
                    <a:pt x="63" y="61"/>
                  </a:lnTo>
                  <a:lnTo>
                    <a:pt x="16" y="61"/>
                  </a:lnTo>
                  <a:lnTo>
                    <a:pt x="16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45"/>
                  </a:lnTo>
                  <a:lnTo>
                    <a:pt x="63" y="45"/>
                  </a:lnTo>
                  <a:lnTo>
                    <a:pt x="63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reeform 60"/>
            <p:cNvSpPr>
              <a:spLocks/>
            </p:cNvSpPr>
            <p:nvPr userDrawn="1"/>
          </p:nvSpPr>
          <p:spPr bwMode="auto">
            <a:xfrm>
              <a:off x="5073650" y="5999163"/>
              <a:ext cx="95250" cy="149225"/>
            </a:xfrm>
            <a:custGeom>
              <a:avLst/>
              <a:gdLst>
                <a:gd name="T0" fmla="*/ 2147483647 w 71"/>
                <a:gd name="T1" fmla="*/ 2147483647 h 111"/>
                <a:gd name="T2" fmla="*/ 2147483647 w 71"/>
                <a:gd name="T3" fmla="*/ 2147483647 h 111"/>
                <a:gd name="T4" fmla="*/ 0 w 71"/>
                <a:gd name="T5" fmla="*/ 2147483647 h 111"/>
                <a:gd name="T6" fmla="*/ 0 w 71"/>
                <a:gd name="T7" fmla="*/ 0 h 111"/>
                <a:gd name="T8" fmla="*/ 2147483647 w 71"/>
                <a:gd name="T9" fmla="*/ 0 h 111"/>
                <a:gd name="T10" fmla="*/ 2147483647 w 71"/>
                <a:gd name="T11" fmla="*/ 2147483647 h 111"/>
                <a:gd name="T12" fmla="*/ 2147483647 w 71"/>
                <a:gd name="T13" fmla="*/ 2147483647 h 111"/>
                <a:gd name="T14" fmla="*/ 2147483647 w 71"/>
                <a:gd name="T15" fmla="*/ 2147483647 h 111"/>
                <a:gd name="T16" fmla="*/ 2147483647 w 71"/>
                <a:gd name="T17" fmla="*/ 2147483647 h 111"/>
                <a:gd name="T18" fmla="*/ 2147483647 w 71"/>
                <a:gd name="T19" fmla="*/ 2147483647 h 111"/>
                <a:gd name="T20" fmla="*/ 2147483647 w 71"/>
                <a:gd name="T21" fmla="*/ 2147483647 h 111"/>
                <a:gd name="T22" fmla="*/ 2147483647 w 71"/>
                <a:gd name="T23" fmla="*/ 2147483647 h 111"/>
                <a:gd name="T24" fmla="*/ 2147483647 w 71"/>
                <a:gd name="T25" fmla="*/ 2147483647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1" h="111">
                  <a:moveTo>
                    <a:pt x="71" y="94"/>
                  </a:moveTo>
                  <a:lnTo>
                    <a:pt x="71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14"/>
                  </a:lnTo>
                  <a:lnTo>
                    <a:pt x="17" y="14"/>
                  </a:lnTo>
                  <a:lnTo>
                    <a:pt x="17" y="45"/>
                  </a:lnTo>
                  <a:lnTo>
                    <a:pt x="57" y="45"/>
                  </a:lnTo>
                  <a:lnTo>
                    <a:pt x="57" y="59"/>
                  </a:lnTo>
                  <a:lnTo>
                    <a:pt x="17" y="59"/>
                  </a:lnTo>
                  <a:lnTo>
                    <a:pt x="17" y="94"/>
                  </a:lnTo>
                  <a:lnTo>
                    <a:pt x="71" y="9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reeform 61"/>
            <p:cNvSpPr>
              <a:spLocks/>
            </p:cNvSpPr>
            <p:nvPr userDrawn="1"/>
          </p:nvSpPr>
          <p:spPr bwMode="auto">
            <a:xfrm>
              <a:off x="5245100" y="5999163"/>
              <a:ext cx="95250" cy="149225"/>
            </a:xfrm>
            <a:custGeom>
              <a:avLst/>
              <a:gdLst>
                <a:gd name="T0" fmla="*/ 2147483647 w 71"/>
                <a:gd name="T1" fmla="*/ 2147483647 h 111"/>
                <a:gd name="T2" fmla="*/ 2147483647 w 71"/>
                <a:gd name="T3" fmla="*/ 2147483647 h 111"/>
                <a:gd name="T4" fmla="*/ 2147483647 w 71"/>
                <a:gd name="T5" fmla="*/ 2147483647 h 111"/>
                <a:gd name="T6" fmla="*/ 2147483647 w 71"/>
                <a:gd name="T7" fmla="*/ 2147483647 h 111"/>
                <a:gd name="T8" fmla="*/ 2147483647 w 71"/>
                <a:gd name="T9" fmla="*/ 2147483647 h 111"/>
                <a:gd name="T10" fmla="*/ 2147483647 w 71"/>
                <a:gd name="T11" fmla="*/ 2147483647 h 111"/>
                <a:gd name="T12" fmla="*/ 0 w 71"/>
                <a:gd name="T13" fmla="*/ 2147483647 h 111"/>
                <a:gd name="T14" fmla="*/ 0 w 71"/>
                <a:gd name="T15" fmla="*/ 0 h 111"/>
                <a:gd name="T16" fmla="*/ 2147483647 w 71"/>
                <a:gd name="T17" fmla="*/ 0 h 111"/>
                <a:gd name="T18" fmla="*/ 2147483647 w 71"/>
                <a:gd name="T19" fmla="*/ 2147483647 h 111"/>
                <a:gd name="T20" fmla="*/ 2147483647 w 71"/>
                <a:gd name="T21" fmla="*/ 2147483647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" h="111">
                  <a:moveTo>
                    <a:pt x="21" y="19"/>
                  </a:moveTo>
                  <a:lnTo>
                    <a:pt x="21" y="47"/>
                  </a:lnTo>
                  <a:lnTo>
                    <a:pt x="61" y="47"/>
                  </a:lnTo>
                  <a:lnTo>
                    <a:pt x="61" y="66"/>
                  </a:lnTo>
                  <a:lnTo>
                    <a:pt x="21" y="66"/>
                  </a:lnTo>
                  <a:lnTo>
                    <a:pt x="21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19"/>
                  </a:lnTo>
                  <a:lnTo>
                    <a:pt x="21" y="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Rectangle 62"/>
            <p:cNvSpPr>
              <a:spLocks noChangeArrowheads="1"/>
            </p:cNvSpPr>
            <p:nvPr userDrawn="1"/>
          </p:nvSpPr>
          <p:spPr bwMode="auto">
            <a:xfrm>
              <a:off x="5365750" y="5999163"/>
              <a:ext cx="26988" cy="149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Freeform 63"/>
            <p:cNvSpPr>
              <a:spLocks/>
            </p:cNvSpPr>
            <p:nvPr userDrawn="1"/>
          </p:nvSpPr>
          <p:spPr bwMode="auto">
            <a:xfrm>
              <a:off x="5426075" y="5999163"/>
              <a:ext cx="96838" cy="149225"/>
            </a:xfrm>
            <a:custGeom>
              <a:avLst/>
              <a:gdLst>
                <a:gd name="T0" fmla="*/ 2147483647 w 73"/>
                <a:gd name="T1" fmla="*/ 2147483647 h 111"/>
                <a:gd name="T2" fmla="*/ 2147483647 w 73"/>
                <a:gd name="T3" fmla="*/ 2147483647 h 111"/>
                <a:gd name="T4" fmla="*/ 0 w 73"/>
                <a:gd name="T5" fmla="*/ 2147483647 h 111"/>
                <a:gd name="T6" fmla="*/ 0 w 73"/>
                <a:gd name="T7" fmla="*/ 0 h 111"/>
                <a:gd name="T8" fmla="*/ 2147483647 w 73"/>
                <a:gd name="T9" fmla="*/ 0 h 111"/>
                <a:gd name="T10" fmla="*/ 2147483647 w 73"/>
                <a:gd name="T11" fmla="*/ 2147483647 h 111"/>
                <a:gd name="T12" fmla="*/ 2147483647 w 73"/>
                <a:gd name="T13" fmla="*/ 2147483647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111">
                  <a:moveTo>
                    <a:pt x="73" y="89"/>
                  </a:moveTo>
                  <a:lnTo>
                    <a:pt x="73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89"/>
                  </a:lnTo>
                  <a:lnTo>
                    <a:pt x="73" y="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Freeform 64"/>
            <p:cNvSpPr>
              <a:spLocks/>
            </p:cNvSpPr>
            <p:nvPr userDrawn="1"/>
          </p:nvSpPr>
          <p:spPr bwMode="auto">
            <a:xfrm>
              <a:off x="5541963" y="5999163"/>
              <a:ext cx="136525" cy="149225"/>
            </a:xfrm>
            <a:custGeom>
              <a:avLst/>
              <a:gdLst>
                <a:gd name="T0" fmla="*/ 2147483647 w 43"/>
                <a:gd name="T1" fmla="*/ 0 h 47"/>
                <a:gd name="T2" fmla="*/ 2147483647 w 43"/>
                <a:gd name="T3" fmla="*/ 2147483647 h 47"/>
                <a:gd name="T4" fmla="*/ 2147483647 w 43"/>
                <a:gd name="T5" fmla="*/ 2147483647 h 47"/>
                <a:gd name="T6" fmla="*/ 2147483647 w 43"/>
                <a:gd name="T7" fmla="*/ 2147483647 h 47"/>
                <a:gd name="T8" fmla="*/ 2147483647 w 43"/>
                <a:gd name="T9" fmla="*/ 2147483647 h 47"/>
                <a:gd name="T10" fmla="*/ 2147483647 w 43"/>
                <a:gd name="T11" fmla="*/ 2147483647 h 47"/>
                <a:gd name="T12" fmla="*/ 2147483647 w 43"/>
                <a:gd name="T13" fmla="*/ 2147483647 h 47"/>
                <a:gd name="T14" fmla="*/ 2147483647 w 43"/>
                <a:gd name="T15" fmla="*/ 2147483647 h 47"/>
                <a:gd name="T16" fmla="*/ 2147483647 w 43"/>
                <a:gd name="T17" fmla="*/ 2147483647 h 47"/>
                <a:gd name="T18" fmla="*/ 2147483647 w 43"/>
                <a:gd name="T19" fmla="*/ 2147483647 h 47"/>
                <a:gd name="T20" fmla="*/ 2147483647 w 43"/>
                <a:gd name="T21" fmla="*/ 2147483647 h 47"/>
                <a:gd name="T22" fmla="*/ 2147483647 w 43"/>
                <a:gd name="T23" fmla="*/ 2147483647 h 47"/>
                <a:gd name="T24" fmla="*/ 2147483647 w 43"/>
                <a:gd name="T25" fmla="*/ 2147483647 h 47"/>
                <a:gd name="T26" fmla="*/ 2147483647 w 43"/>
                <a:gd name="T27" fmla="*/ 2147483647 h 47"/>
                <a:gd name="T28" fmla="*/ 0 w 43"/>
                <a:gd name="T29" fmla="*/ 2147483647 h 47"/>
                <a:gd name="T30" fmla="*/ 0 w 43"/>
                <a:gd name="T31" fmla="*/ 0 h 47"/>
                <a:gd name="T32" fmla="*/ 2147483647 w 43"/>
                <a:gd name="T33" fmla="*/ 0 h 47"/>
                <a:gd name="T34" fmla="*/ 2147483647 w 43"/>
                <a:gd name="T35" fmla="*/ 2147483647 h 47"/>
                <a:gd name="T36" fmla="*/ 2147483647 w 43"/>
                <a:gd name="T37" fmla="*/ 2147483647 h 47"/>
                <a:gd name="T38" fmla="*/ 2147483647 w 43"/>
                <a:gd name="T39" fmla="*/ 2147483647 h 47"/>
                <a:gd name="T40" fmla="*/ 2147483647 w 43"/>
                <a:gd name="T41" fmla="*/ 2147483647 h 47"/>
                <a:gd name="T42" fmla="*/ 2147483647 w 43"/>
                <a:gd name="T43" fmla="*/ 0 h 47"/>
                <a:gd name="T44" fmla="*/ 2147483647 w 43"/>
                <a:gd name="T45" fmla="*/ 0 h 4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3" h="47">
                  <a:moveTo>
                    <a:pt x="43" y="0"/>
                  </a:moveTo>
                  <a:cubicBezTo>
                    <a:pt x="43" y="47"/>
                    <a:pt x="43" y="47"/>
                    <a:pt x="43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22"/>
                    <a:pt x="34" y="15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4" y="15"/>
                    <a:pt x="31" y="20"/>
                    <a:pt x="30" y="22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1" y="20"/>
                    <a:pt x="9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9" y="22"/>
                    <a:pt x="9" y="31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1" y="21"/>
                    <a:pt x="21" y="23"/>
                    <a:pt x="21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1"/>
                    <a:pt x="25" y="16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Oval 65"/>
            <p:cNvSpPr>
              <a:spLocks noChangeArrowheads="1"/>
            </p:cNvSpPr>
            <p:nvPr userDrawn="1"/>
          </p:nvSpPr>
          <p:spPr bwMode="auto">
            <a:xfrm>
              <a:off x="3533775" y="5853113"/>
              <a:ext cx="439738" cy="438150"/>
            </a:xfrm>
            <a:prstGeom prst="ellipse">
              <a:avLst/>
            </a:prstGeom>
            <a:noFill/>
            <a:ln w="190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Freeform 66"/>
            <p:cNvSpPr>
              <a:spLocks/>
            </p:cNvSpPr>
            <p:nvPr userDrawn="1"/>
          </p:nvSpPr>
          <p:spPr bwMode="auto">
            <a:xfrm>
              <a:off x="3714750" y="5926138"/>
              <a:ext cx="141288" cy="290512"/>
            </a:xfrm>
            <a:custGeom>
              <a:avLst/>
              <a:gdLst>
                <a:gd name="T0" fmla="*/ 0 w 106"/>
                <a:gd name="T1" fmla="*/ 2147483647 h 218"/>
                <a:gd name="T2" fmla="*/ 0 w 106"/>
                <a:gd name="T3" fmla="*/ 0 h 218"/>
                <a:gd name="T4" fmla="*/ 2147483647 w 106"/>
                <a:gd name="T5" fmla="*/ 2147483647 h 218"/>
                <a:gd name="T6" fmla="*/ 0 w 106"/>
                <a:gd name="T7" fmla="*/ 2147483647 h 2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6" h="218">
                  <a:moveTo>
                    <a:pt x="0" y="218"/>
                  </a:moveTo>
                  <a:lnTo>
                    <a:pt x="0" y="0"/>
                  </a:lnTo>
                  <a:lnTo>
                    <a:pt x="106" y="109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8" name="AutoShape 72">
            <a:hlinkClick r:id="rId2"/>
          </p:cNvPr>
          <p:cNvSpPr>
            <a:spLocks noChangeAspect="1" noChangeArrowheads="1" noTextEdit="1"/>
          </p:cNvSpPr>
          <p:nvPr userDrawn="1"/>
        </p:nvSpPr>
        <p:spPr bwMode="auto">
          <a:xfrm>
            <a:off x="4913005" y="5822156"/>
            <a:ext cx="2365991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endParaRPr 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9" name="Group 68"/>
          <p:cNvGrpSpPr>
            <a:grpSpLocks/>
          </p:cNvGrpSpPr>
          <p:nvPr userDrawn="1"/>
        </p:nvGrpSpPr>
        <p:grpSpPr bwMode="auto">
          <a:xfrm>
            <a:off x="4900302" y="823118"/>
            <a:ext cx="2391398" cy="365125"/>
            <a:chOff x="3427413" y="822325"/>
            <a:chExt cx="2390775" cy="365125"/>
          </a:xfrm>
        </p:grpSpPr>
        <p:sp>
          <p:nvSpPr>
            <p:cNvPr id="70" name="Freeform 69"/>
            <p:cNvSpPr>
              <a:spLocks/>
            </p:cNvSpPr>
            <p:nvPr userDrawn="1"/>
          </p:nvSpPr>
          <p:spPr bwMode="auto">
            <a:xfrm>
              <a:off x="3427413" y="847725"/>
              <a:ext cx="917575" cy="320675"/>
            </a:xfrm>
            <a:custGeom>
              <a:avLst/>
              <a:gdLst>
                <a:gd name="T0" fmla="*/ 0 w 578"/>
                <a:gd name="T1" fmla="*/ 2147483647 h 202"/>
                <a:gd name="T2" fmla="*/ 2147483647 w 578"/>
                <a:gd name="T3" fmla="*/ 2147483647 h 202"/>
                <a:gd name="T4" fmla="*/ 2147483647 w 578"/>
                <a:gd name="T5" fmla="*/ 2147483647 h 202"/>
                <a:gd name="T6" fmla="*/ 2147483647 w 578"/>
                <a:gd name="T7" fmla="*/ 2147483647 h 202"/>
                <a:gd name="T8" fmla="*/ 2147483647 w 578"/>
                <a:gd name="T9" fmla="*/ 2147483647 h 202"/>
                <a:gd name="T10" fmla="*/ 2147483647 w 578"/>
                <a:gd name="T11" fmla="*/ 2147483647 h 202"/>
                <a:gd name="T12" fmla="*/ 2147483647 w 578"/>
                <a:gd name="T13" fmla="*/ 0 h 202"/>
                <a:gd name="T14" fmla="*/ 2147483647 w 578"/>
                <a:gd name="T15" fmla="*/ 0 h 202"/>
                <a:gd name="T16" fmla="*/ 2147483647 w 578"/>
                <a:gd name="T17" fmla="*/ 2147483647 h 202"/>
                <a:gd name="T18" fmla="*/ 2147483647 w 578"/>
                <a:gd name="T19" fmla="*/ 2147483647 h 202"/>
                <a:gd name="T20" fmla="*/ 2147483647 w 578"/>
                <a:gd name="T21" fmla="*/ 0 h 202"/>
                <a:gd name="T22" fmla="*/ 2147483647 w 578"/>
                <a:gd name="T23" fmla="*/ 0 h 202"/>
                <a:gd name="T24" fmla="*/ 0 w 578"/>
                <a:gd name="T25" fmla="*/ 2147483647 h 2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8" h="202">
                  <a:moveTo>
                    <a:pt x="0" y="202"/>
                  </a:moveTo>
                  <a:lnTo>
                    <a:pt x="164" y="202"/>
                  </a:lnTo>
                  <a:lnTo>
                    <a:pt x="198" y="122"/>
                  </a:lnTo>
                  <a:lnTo>
                    <a:pt x="358" y="122"/>
                  </a:lnTo>
                  <a:lnTo>
                    <a:pt x="322" y="202"/>
                  </a:lnTo>
                  <a:lnTo>
                    <a:pt x="488" y="202"/>
                  </a:lnTo>
                  <a:lnTo>
                    <a:pt x="578" y="0"/>
                  </a:lnTo>
                  <a:lnTo>
                    <a:pt x="412" y="0"/>
                  </a:lnTo>
                  <a:lnTo>
                    <a:pt x="382" y="68"/>
                  </a:lnTo>
                  <a:lnTo>
                    <a:pt x="222" y="68"/>
                  </a:lnTo>
                  <a:lnTo>
                    <a:pt x="252" y="0"/>
                  </a:lnTo>
                  <a:lnTo>
                    <a:pt x="90" y="0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Freeform 70"/>
            <p:cNvSpPr>
              <a:spLocks/>
            </p:cNvSpPr>
            <p:nvPr userDrawn="1"/>
          </p:nvSpPr>
          <p:spPr bwMode="auto">
            <a:xfrm>
              <a:off x="4300538" y="822325"/>
              <a:ext cx="866775" cy="365125"/>
            </a:xfrm>
            <a:custGeom>
              <a:avLst/>
              <a:gdLst>
                <a:gd name="T0" fmla="*/ 2147483647 w 273"/>
                <a:gd name="T1" fmla="*/ 2147483647 h 115"/>
                <a:gd name="T2" fmla="*/ 2147483647 w 273"/>
                <a:gd name="T3" fmla="*/ 2147483647 h 115"/>
                <a:gd name="T4" fmla="*/ 2147483647 w 273"/>
                <a:gd name="T5" fmla="*/ 2147483647 h 115"/>
                <a:gd name="T6" fmla="*/ 2147483647 w 273"/>
                <a:gd name="T7" fmla="*/ 2147483647 h 115"/>
                <a:gd name="T8" fmla="*/ 2147483647 w 273"/>
                <a:gd name="T9" fmla="*/ 2147483647 h 115"/>
                <a:gd name="T10" fmla="*/ 2147483647 w 273"/>
                <a:gd name="T11" fmla="*/ 2147483647 h 115"/>
                <a:gd name="T12" fmla="*/ 2147483647 w 273"/>
                <a:gd name="T13" fmla="*/ 2147483647 h 115"/>
                <a:gd name="T14" fmla="*/ 2147483647 w 273"/>
                <a:gd name="T15" fmla="*/ 2147483647 h 115"/>
                <a:gd name="T16" fmla="*/ 2147483647 w 273"/>
                <a:gd name="T17" fmla="*/ 2147483647 h 115"/>
                <a:gd name="T18" fmla="*/ 2147483647 w 273"/>
                <a:gd name="T19" fmla="*/ 2147483647 h 115"/>
                <a:gd name="T20" fmla="*/ 2147483647 w 273"/>
                <a:gd name="T21" fmla="*/ 2147483647 h 115"/>
                <a:gd name="T22" fmla="*/ 2147483647 w 273"/>
                <a:gd name="T23" fmla="*/ 2147483647 h 11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3" h="115">
                  <a:moveTo>
                    <a:pt x="195" y="43"/>
                  </a:moveTo>
                  <a:cubicBezTo>
                    <a:pt x="273" y="43"/>
                    <a:pt x="273" y="43"/>
                    <a:pt x="273" y="43"/>
                  </a:cubicBezTo>
                  <a:cubicBezTo>
                    <a:pt x="272" y="26"/>
                    <a:pt x="256" y="14"/>
                    <a:pt x="223" y="9"/>
                  </a:cubicBezTo>
                  <a:cubicBezTo>
                    <a:pt x="160" y="0"/>
                    <a:pt x="91" y="4"/>
                    <a:pt x="42" y="31"/>
                  </a:cubicBezTo>
                  <a:cubicBezTo>
                    <a:pt x="3" y="53"/>
                    <a:pt x="0" y="85"/>
                    <a:pt x="38" y="101"/>
                  </a:cubicBezTo>
                  <a:cubicBezTo>
                    <a:pt x="71" y="114"/>
                    <a:pt x="139" y="115"/>
                    <a:pt x="188" y="107"/>
                  </a:cubicBezTo>
                  <a:cubicBezTo>
                    <a:pt x="219" y="102"/>
                    <a:pt x="244" y="91"/>
                    <a:pt x="257" y="76"/>
                  </a:cubicBezTo>
                  <a:cubicBezTo>
                    <a:pt x="178" y="76"/>
                    <a:pt x="178" y="76"/>
                    <a:pt x="178" y="76"/>
                  </a:cubicBezTo>
                  <a:cubicBezTo>
                    <a:pt x="168" y="84"/>
                    <a:pt x="155" y="88"/>
                    <a:pt x="139" y="88"/>
                  </a:cubicBezTo>
                  <a:cubicBezTo>
                    <a:pt x="95" y="88"/>
                    <a:pt x="89" y="75"/>
                    <a:pt x="97" y="59"/>
                  </a:cubicBezTo>
                  <a:cubicBezTo>
                    <a:pt x="106" y="41"/>
                    <a:pt x="125" y="31"/>
                    <a:pt x="154" y="30"/>
                  </a:cubicBezTo>
                  <a:cubicBezTo>
                    <a:pt x="178" y="30"/>
                    <a:pt x="189" y="35"/>
                    <a:pt x="195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Freeform 71"/>
            <p:cNvSpPr>
              <a:spLocks/>
            </p:cNvSpPr>
            <p:nvPr userDrawn="1"/>
          </p:nvSpPr>
          <p:spPr bwMode="auto">
            <a:xfrm>
              <a:off x="5148263" y="847725"/>
              <a:ext cx="669925" cy="320675"/>
            </a:xfrm>
            <a:custGeom>
              <a:avLst/>
              <a:gdLst>
                <a:gd name="T0" fmla="*/ 2147483647 w 422"/>
                <a:gd name="T1" fmla="*/ 0 h 202"/>
                <a:gd name="T2" fmla="*/ 2147483647 w 422"/>
                <a:gd name="T3" fmla="*/ 2147483647 h 202"/>
                <a:gd name="T4" fmla="*/ 2147483647 w 422"/>
                <a:gd name="T5" fmla="*/ 2147483647 h 202"/>
                <a:gd name="T6" fmla="*/ 2147483647 w 422"/>
                <a:gd name="T7" fmla="*/ 2147483647 h 202"/>
                <a:gd name="T8" fmla="*/ 0 w 422"/>
                <a:gd name="T9" fmla="*/ 2147483647 h 202"/>
                <a:gd name="T10" fmla="*/ 2147483647 w 422"/>
                <a:gd name="T11" fmla="*/ 0 h 202"/>
                <a:gd name="T12" fmla="*/ 2147483647 w 422"/>
                <a:gd name="T13" fmla="*/ 0 h 2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2" h="202">
                  <a:moveTo>
                    <a:pt x="258" y="0"/>
                  </a:moveTo>
                  <a:lnTo>
                    <a:pt x="190" y="154"/>
                  </a:lnTo>
                  <a:lnTo>
                    <a:pt x="422" y="154"/>
                  </a:lnTo>
                  <a:lnTo>
                    <a:pt x="400" y="202"/>
                  </a:lnTo>
                  <a:lnTo>
                    <a:pt x="0" y="202"/>
                  </a:lnTo>
                  <a:lnTo>
                    <a:pt x="90" y="0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3" name="Group 72"/>
          <p:cNvGrpSpPr>
            <a:grpSpLocks noChangeAspect="1"/>
          </p:cNvGrpSpPr>
          <p:nvPr userDrawn="1"/>
        </p:nvGrpSpPr>
        <p:grpSpPr bwMode="auto">
          <a:xfrm>
            <a:off x="4358821" y="2515382"/>
            <a:ext cx="3474345" cy="744534"/>
            <a:chOff x="2074863" y="2641600"/>
            <a:chExt cx="4953000" cy="1060450"/>
          </a:xfrm>
        </p:grpSpPr>
        <p:sp>
          <p:nvSpPr>
            <p:cNvPr id="74" name="Freeform 73"/>
            <p:cNvSpPr>
              <a:spLocks noEditPoints="1"/>
            </p:cNvSpPr>
            <p:nvPr userDrawn="1"/>
          </p:nvSpPr>
          <p:spPr bwMode="auto">
            <a:xfrm>
              <a:off x="3027363" y="3448050"/>
              <a:ext cx="111125" cy="149225"/>
            </a:xfrm>
            <a:custGeom>
              <a:avLst/>
              <a:gdLst>
                <a:gd name="T0" fmla="*/ 2147483647 w 35"/>
                <a:gd name="T1" fmla="*/ 0 h 47"/>
                <a:gd name="T2" fmla="*/ 2147483647 w 35"/>
                <a:gd name="T3" fmla="*/ 2147483647 h 47"/>
                <a:gd name="T4" fmla="*/ 2147483647 w 35"/>
                <a:gd name="T5" fmla="*/ 2147483647 h 47"/>
                <a:gd name="T6" fmla="*/ 2147483647 w 35"/>
                <a:gd name="T7" fmla="*/ 2147483647 h 47"/>
                <a:gd name="T8" fmla="*/ 2147483647 w 35"/>
                <a:gd name="T9" fmla="*/ 2147483647 h 47"/>
                <a:gd name="T10" fmla="*/ 2147483647 w 35"/>
                <a:gd name="T11" fmla="*/ 2147483647 h 47"/>
                <a:gd name="T12" fmla="*/ 0 w 35"/>
                <a:gd name="T13" fmla="*/ 2147483647 h 47"/>
                <a:gd name="T14" fmla="*/ 0 w 35"/>
                <a:gd name="T15" fmla="*/ 0 h 47"/>
                <a:gd name="T16" fmla="*/ 2147483647 w 35"/>
                <a:gd name="T17" fmla="*/ 0 h 47"/>
                <a:gd name="T18" fmla="*/ 2147483647 w 35"/>
                <a:gd name="T19" fmla="*/ 2147483647 h 47"/>
                <a:gd name="T20" fmla="*/ 2147483647 w 35"/>
                <a:gd name="T21" fmla="*/ 2147483647 h 47"/>
                <a:gd name="T22" fmla="*/ 2147483647 w 35"/>
                <a:gd name="T23" fmla="*/ 2147483647 h 47"/>
                <a:gd name="T24" fmla="*/ 2147483647 w 35"/>
                <a:gd name="T25" fmla="*/ 2147483647 h 47"/>
                <a:gd name="T26" fmla="*/ 2147483647 w 35"/>
                <a:gd name="T27" fmla="*/ 2147483647 h 47"/>
                <a:gd name="T28" fmla="*/ 2147483647 w 35"/>
                <a:gd name="T29" fmla="*/ 2147483647 h 47"/>
                <a:gd name="T30" fmla="*/ 2147483647 w 35"/>
                <a:gd name="T31" fmla="*/ 2147483647 h 47"/>
                <a:gd name="T32" fmla="*/ 2147483647 w 35"/>
                <a:gd name="T33" fmla="*/ 2147483647 h 47"/>
                <a:gd name="T34" fmla="*/ 2147483647 w 35"/>
                <a:gd name="T35" fmla="*/ 2147483647 h 47"/>
                <a:gd name="T36" fmla="*/ 2147483647 w 35"/>
                <a:gd name="T37" fmla="*/ 2147483647 h 47"/>
                <a:gd name="T38" fmla="*/ 2147483647 w 35"/>
                <a:gd name="T39" fmla="*/ 2147483647 h 47"/>
                <a:gd name="T40" fmla="*/ 2147483647 w 35"/>
                <a:gd name="T41" fmla="*/ 2147483647 h 4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5" h="47">
                  <a:moveTo>
                    <a:pt x="19" y="0"/>
                  </a:moveTo>
                  <a:cubicBezTo>
                    <a:pt x="27" y="0"/>
                    <a:pt x="32" y="5"/>
                    <a:pt x="32" y="12"/>
                  </a:cubicBezTo>
                  <a:cubicBezTo>
                    <a:pt x="32" y="16"/>
                    <a:pt x="29" y="20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30" y="22"/>
                    <a:pt x="35" y="27"/>
                    <a:pt x="35" y="33"/>
                  </a:cubicBezTo>
                  <a:cubicBezTo>
                    <a:pt x="35" y="41"/>
                    <a:pt x="30" y="47"/>
                    <a:pt x="19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9" y="0"/>
                  </a:lnTo>
                  <a:close/>
                  <a:moveTo>
                    <a:pt x="17" y="19"/>
                  </a:moveTo>
                  <a:cubicBezTo>
                    <a:pt x="22" y="19"/>
                    <a:pt x="25" y="16"/>
                    <a:pt x="25" y="13"/>
                  </a:cubicBezTo>
                  <a:cubicBezTo>
                    <a:pt x="25" y="9"/>
                    <a:pt x="22" y="6"/>
                    <a:pt x="1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19"/>
                    <a:pt x="8" y="19"/>
                    <a:pt x="8" y="19"/>
                  </a:cubicBezTo>
                  <a:lnTo>
                    <a:pt x="17" y="19"/>
                  </a:lnTo>
                  <a:close/>
                  <a:moveTo>
                    <a:pt x="19" y="41"/>
                  </a:moveTo>
                  <a:cubicBezTo>
                    <a:pt x="24" y="41"/>
                    <a:pt x="28" y="37"/>
                    <a:pt x="28" y="33"/>
                  </a:cubicBezTo>
                  <a:cubicBezTo>
                    <a:pt x="28" y="28"/>
                    <a:pt x="24" y="25"/>
                    <a:pt x="19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41"/>
                    <a:pt x="8" y="41"/>
                    <a:pt x="8" y="41"/>
                  </a:cubicBezTo>
                  <a:lnTo>
                    <a:pt x="19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Freeform 74"/>
            <p:cNvSpPr>
              <a:spLocks/>
            </p:cNvSpPr>
            <p:nvPr userDrawn="1"/>
          </p:nvSpPr>
          <p:spPr bwMode="auto">
            <a:xfrm>
              <a:off x="3173413" y="3448050"/>
              <a:ext cx="104775" cy="149225"/>
            </a:xfrm>
            <a:custGeom>
              <a:avLst/>
              <a:gdLst>
                <a:gd name="T0" fmla="*/ 2147483647 w 66"/>
                <a:gd name="T1" fmla="*/ 2147483647 h 94"/>
                <a:gd name="T2" fmla="*/ 2147483647 w 66"/>
                <a:gd name="T3" fmla="*/ 2147483647 h 94"/>
                <a:gd name="T4" fmla="*/ 0 w 66"/>
                <a:gd name="T5" fmla="*/ 2147483647 h 94"/>
                <a:gd name="T6" fmla="*/ 0 w 66"/>
                <a:gd name="T7" fmla="*/ 0 h 94"/>
                <a:gd name="T8" fmla="*/ 2147483647 w 66"/>
                <a:gd name="T9" fmla="*/ 0 h 94"/>
                <a:gd name="T10" fmla="*/ 2147483647 w 66"/>
                <a:gd name="T11" fmla="*/ 2147483647 h 94"/>
                <a:gd name="T12" fmla="*/ 2147483647 w 66"/>
                <a:gd name="T13" fmla="*/ 2147483647 h 94"/>
                <a:gd name="T14" fmla="*/ 2147483647 w 66"/>
                <a:gd name="T15" fmla="*/ 2147483647 h 94"/>
                <a:gd name="T16" fmla="*/ 2147483647 w 66"/>
                <a:gd name="T17" fmla="*/ 2147483647 h 94"/>
                <a:gd name="T18" fmla="*/ 2147483647 w 66"/>
                <a:gd name="T19" fmla="*/ 2147483647 h 94"/>
                <a:gd name="T20" fmla="*/ 2147483647 w 66"/>
                <a:gd name="T21" fmla="*/ 2147483647 h 94"/>
                <a:gd name="T22" fmla="*/ 2147483647 w 66"/>
                <a:gd name="T23" fmla="*/ 2147483647 h 94"/>
                <a:gd name="T24" fmla="*/ 2147483647 w 66"/>
                <a:gd name="T25" fmla="*/ 2147483647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6" h="94">
                  <a:moveTo>
                    <a:pt x="66" y="80"/>
                  </a:moveTo>
                  <a:lnTo>
                    <a:pt x="66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6" y="14"/>
                  </a:lnTo>
                  <a:lnTo>
                    <a:pt x="16" y="38"/>
                  </a:lnTo>
                  <a:lnTo>
                    <a:pt x="54" y="38"/>
                  </a:lnTo>
                  <a:lnTo>
                    <a:pt x="54" y="52"/>
                  </a:lnTo>
                  <a:lnTo>
                    <a:pt x="16" y="52"/>
                  </a:lnTo>
                  <a:lnTo>
                    <a:pt x="16" y="80"/>
                  </a:lnTo>
                  <a:lnTo>
                    <a:pt x="66" y="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Freeform 75"/>
            <p:cNvSpPr>
              <a:spLocks/>
            </p:cNvSpPr>
            <p:nvPr userDrawn="1"/>
          </p:nvSpPr>
          <p:spPr bwMode="auto">
            <a:xfrm>
              <a:off x="3303588" y="3448050"/>
              <a:ext cx="136525" cy="149225"/>
            </a:xfrm>
            <a:custGeom>
              <a:avLst/>
              <a:gdLst>
                <a:gd name="T0" fmla="*/ 2147483647 w 43"/>
                <a:gd name="T1" fmla="*/ 0 h 47"/>
                <a:gd name="T2" fmla="*/ 2147483647 w 43"/>
                <a:gd name="T3" fmla="*/ 2147483647 h 47"/>
                <a:gd name="T4" fmla="*/ 2147483647 w 43"/>
                <a:gd name="T5" fmla="*/ 2147483647 h 47"/>
                <a:gd name="T6" fmla="*/ 2147483647 w 43"/>
                <a:gd name="T7" fmla="*/ 2147483647 h 47"/>
                <a:gd name="T8" fmla="*/ 2147483647 w 43"/>
                <a:gd name="T9" fmla="*/ 2147483647 h 47"/>
                <a:gd name="T10" fmla="*/ 0 w 43"/>
                <a:gd name="T11" fmla="*/ 0 h 47"/>
                <a:gd name="T12" fmla="*/ 2147483647 w 43"/>
                <a:gd name="T13" fmla="*/ 0 h 47"/>
                <a:gd name="T14" fmla="*/ 2147483647 w 43"/>
                <a:gd name="T15" fmla="*/ 2147483647 h 47"/>
                <a:gd name="T16" fmla="*/ 2147483647 w 43"/>
                <a:gd name="T17" fmla="*/ 2147483647 h 47"/>
                <a:gd name="T18" fmla="*/ 2147483647 w 43"/>
                <a:gd name="T19" fmla="*/ 2147483647 h 47"/>
                <a:gd name="T20" fmla="*/ 2147483647 w 43"/>
                <a:gd name="T21" fmla="*/ 2147483647 h 47"/>
                <a:gd name="T22" fmla="*/ 2147483647 w 43"/>
                <a:gd name="T23" fmla="*/ 0 h 47"/>
                <a:gd name="T24" fmla="*/ 2147483647 w 43"/>
                <a:gd name="T25" fmla="*/ 0 h 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3" h="47">
                  <a:moveTo>
                    <a:pt x="43" y="0"/>
                  </a:moveTo>
                  <a:cubicBezTo>
                    <a:pt x="25" y="25"/>
                    <a:pt x="25" y="25"/>
                    <a:pt x="25" y="25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0" y="16"/>
                    <a:pt x="21" y="18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3" y="16"/>
                    <a:pt x="24" y="14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Freeform 76"/>
            <p:cNvSpPr>
              <a:spLocks noEditPoints="1"/>
            </p:cNvSpPr>
            <p:nvPr userDrawn="1"/>
          </p:nvSpPr>
          <p:spPr bwMode="auto">
            <a:xfrm>
              <a:off x="3446463" y="3444875"/>
              <a:ext cx="152400" cy="155575"/>
            </a:xfrm>
            <a:custGeom>
              <a:avLst/>
              <a:gdLst>
                <a:gd name="T0" fmla="*/ 2147483647 w 48"/>
                <a:gd name="T1" fmla="*/ 0 h 49"/>
                <a:gd name="T2" fmla="*/ 2147483647 w 48"/>
                <a:gd name="T3" fmla="*/ 2147483647 h 49"/>
                <a:gd name="T4" fmla="*/ 2147483647 w 48"/>
                <a:gd name="T5" fmla="*/ 2147483647 h 49"/>
                <a:gd name="T6" fmla="*/ 0 w 48"/>
                <a:gd name="T7" fmla="*/ 2147483647 h 49"/>
                <a:gd name="T8" fmla="*/ 2147483647 w 48"/>
                <a:gd name="T9" fmla="*/ 0 h 49"/>
                <a:gd name="T10" fmla="*/ 2147483647 w 48"/>
                <a:gd name="T11" fmla="*/ 2147483647 h 49"/>
                <a:gd name="T12" fmla="*/ 2147483647 w 48"/>
                <a:gd name="T13" fmla="*/ 2147483647 h 49"/>
                <a:gd name="T14" fmla="*/ 2147483647 w 48"/>
                <a:gd name="T15" fmla="*/ 2147483647 h 49"/>
                <a:gd name="T16" fmla="*/ 2147483647 w 48"/>
                <a:gd name="T17" fmla="*/ 2147483647 h 49"/>
                <a:gd name="T18" fmla="*/ 2147483647 w 48"/>
                <a:gd name="T19" fmla="*/ 2147483647 h 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8" h="49">
                  <a:moveTo>
                    <a:pt x="24" y="0"/>
                  </a:moveTo>
                  <a:cubicBezTo>
                    <a:pt x="37" y="0"/>
                    <a:pt x="48" y="10"/>
                    <a:pt x="48" y="24"/>
                  </a:cubicBezTo>
                  <a:cubicBezTo>
                    <a:pt x="48" y="39"/>
                    <a:pt x="37" y="49"/>
                    <a:pt x="24" y="49"/>
                  </a:cubicBezTo>
                  <a:cubicBezTo>
                    <a:pt x="11" y="49"/>
                    <a:pt x="0" y="39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moveTo>
                    <a:pt x="24" y="41"/>
                  </a:moveTo>
                  <a:cubicBezTo>
                    <a:pt x="34" y="41"/>
                    <a:pt x="41" y="35"/>
                    <a:pt x="41" y="24"/>
                  </a:cubicBezTo>
                  <a:cubicBezTo>
                    <a:pt x="41" y="14"/>
                    <a:pt x="34" y="7"/>
                    <a:pt x="24" y="7"/>
                  </a:cubicBezTo>
                  <a:cubicBezTo>
                    <a:pt x="14" y="7"/>
                    <a:pt x="7" y="14"/>
                    <a:pt x="7" y="24"/>
                  </a:cubicBezTo>
                  <a:cubicBezTo>
                    <a:pt x="7" y="35"/>
                    <a:pt x="14" y="41"/>
                    <a:pt x="24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Freeform 77"/>
            <p:cNvSpPr>
              <a:spLocks/>
            </p:cNvSpPr>
            <p:nvPr userDrawn="1"/>
          </p:nvSpPr>
          <p:spPr bwMode="auto">
            <a:xfrm>
              <a:off x="3633788" y="3448050"/>
              <a:ext cx="123825" cy="149225"/>
            </a:xfrm>
            <a:custGeom>
              <a:avLst/>
              <a:gdLst>
                <a:gd name="T0" fmla="*/ 2147483647 w 39"/>
                <a:gd name="T1" fmla="*/ 0 h 47"/>
                <a:gd name="T2" fmla="*/ 2147483647 w 39"/>
                <a:gd name="T3" fmla="*/ 2147483647 h 47"/>
                <a:gd name="T4" fmla="*/ 2147483647 w 39"/>
                <a:gd name="T5" fmla="*/ 2147483647 h 47"/>
                <a:gd name="T6" fmla="*/ 2147483647 w 39"/>
                <a:gd name="T7" fmla="*/ 2147483647 h 47"/>
                <a:gd name="T8" fmla="*/ 2147483647 w 39"/>
                <a:gd name="T9" fmla="*/ 2147483647 h 47"/>
                <a:gd name="T10" fmla="*/ 2147483647 w 39"/>
                <a:gd name="T11" fmla="*/ 2147483647 h 47"/>
                <a:gd name="T12" fmla="*/ 2147483647 w 39"/>
                <a:gd name="T13" fmla="*/ 2147483647 h 47"/>
                <a:gd name="T14" fmla="*/ 2147483647 w 39"/>
                <a:gd name="T15" fmla="*/ 2147483647 h 47"/>
                <a:gd name="T16" fmla="*/ 0 w 39"/>
                <a:gd name="T17" fmla="*/ 2147483647 h 47"/>
                <a:gd name="T18" fmla="*/ 0 w 39"/>
                <a:gd name="T19" fmla="*/ 0 h 47"/>
                <a:gd name="T20" fmla="*/ 2147483647 w 39"/>
                <a:gd name="T21" fmla="*/ 0 h 47"/>
                <a:gd name="T22" fmla="*/ 2147483647 w 39"/>
                <a:gd name="T23" fmla="*/ 2147483647 h 47"/>
                <a:gd name="T24" fmla="*/ 2147483647 w 39"/>
                <a:gd name="T25" fmla="*/ 2147483647 h 47"/>
                <a:gd name="T26" fmla="*/ 2147483647 w 39"/>
                <a:gd name="T27" fmla="*/ 2147483647 h 47"/>
                <a:gd name="T28" fmla="*/ 2147483647 w 39"/>
                <a:gd name="T29" fmla="*/ 2147483647 h 47"/>
                <a:gd name="T30" fmla="*/ 2147483647 w 39"/>
                <a:gd name="T31" fmla="*/ 0 h 47"/>
                <a:gd name="T32" fmla="*/ 2147483647 w 39"/>
                <a:gd name="T33" fmla="*/ 0 h 4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47">
                  <a:moveTo>
                    <a:pt x="39" y="0"/>
                  </a:moveTo>
                  <a:cubicBezTo>
                    <a:pt x="39" y="47"/>
                    <a:pt x="39" y="47"/>
                    <a:pt x="39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1" y="18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9"/>
                    <a:pt x="7" y="2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7" y="28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27"/>
                    <a:pt x="32" y="2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Freeform 78"/>
            <p:cNvSpPr>
              <a:spLocks noEditPoints="1"/>
            </p:cNvSpPr>
            <p:nvPr userDrawn="1"/>
          </p:nvSpPr>
          <p:spPr bwMode="auto">
            <a:xfrm>
              <a:off x="3805238" y="3448050"/>
              <a:ext cx="139700" cy="149225"/>
            </a:xfrm>
            <a:custGeom>
              <a:avLst/>
              <a:gdLst>
                <a:gd name="T0" fmla="*/ 2147483647 w 44"/>
                <a:gd name="T1" fmla="*/ 0 h 47"/>
                <a:gd name="T2" fmla="*/ 2147483647 w 44"/>
                <a:gd name="T3" fmla="*/ 2147483647 h 47"/>
                <a:gd name="T4" fmla="*/ 2147483647 w 44"/>
                <a:gd name="T5" fmla="*/ 2147483647 h 47"/>
                <a:gd name="T6" fmla="*/ 0 w 44"/>
                <a:gd name="T7" fmla="*/ 2147483647 h 47"/>
                <a:gd name="T8" fmla="*/ 0 w 44"/>
                <a:gd name="T9" fmla="*/ 0 h 47"/>
                <a:gd name="T10" fmla="*/ 2147483647 w 44"/>
                <a:gd name="T11" fmla="*/ 0 h 47"/>
                <a:gd name="T12" fmla="*/ 2147483647 w 44"/>
                <a:gd name="T13" fmla="*/ 2147483647 h 47"/>
                <a:gd name="T14" fmla="*/ 2147483647 w 44"/>
                <a:gd name="T15" fmla="*/ 2147483647 h 47"/>
                <a:gd name="T16" fmla="*/ 2147483647 w 44"/>
                <a:gd name="T17" fmla="*/ 2147483647 h 47"/>
                <a:gd name="T18" fmla="*/ 2147483647 w 44"/>
                <a:gd name="T19" fmla="*/ 2147483647 h 47"/>
                <a:gd name="T20" fmla="*/ 2147483647 w 44"/>
                <a:gd name="T21" fmla="*/ 2147483647 h 47"/>
                <a:gd name="T22" fmla="*/ 2147483647 w 44"/>
                <a:gd name="T23" fmla="*/ 2147483647 h 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47">
                  <a:moveTo>
                    <a:pt x="20" y="0"/>
                  </a:moveTo>
                  <a:cubicBezTo>
                    <a:pt x="33" y="0"/>
                    <a:pt x="44" y="10"/>
                    <a:pt x="44" y="24"/>
                  </a:cubicBezTo>
                  <a:cubicBezTo>
                    <a:pt x="44" y="38"/>
                    <a:pt x="33" y="47"/>
                    <a:pt x="2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0" y="0"/>
                  </a:lnTo>
                  <a:close/>
                  <a:moveTo>
                    <a:pt x="20" y="40"/>
                  </a:moveTo>
                  <a:cubicBezTo>
                    <a:pt x="29" y="40"/>
                    <a:pt x="36" y="34"/>
                    <a:pt x="36" y="24"/>
                  </a:cubicBezTo>
                  <a:cubicBezTo>
                    <a:pt x="36" y="13"/>
                    <a:pt x="29" y="7"/>
                    <a:pt x="20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0"/>
                    <a:pt x="7" y="40"/>
                    <a:pt x="7" y="40"/>
                  </a:cubicBezTo>
                  <a:lnTo>
                    <a:pt x="20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Freeform 79"/>
            <p:cNvSpPr>
              <a:spLocks/>
            </p:cNvSpPr>
            <p:nvPr userDrawn="1"/>
          </p:nvSpPr>
          <p:spPr bwMode="auto">
            <a:xfrm>
              <a:off x="4027488" y="3448050"/>
              <a:ext cx="117475" cy="149225"/>
            </a:xfrm>
            <a:custGeom>
              <a:avLst/>
              <a:gdLst>
                <a:gd name="T0" fmla="*/ 2147483647 w 74"/>
                <a:gd name="T1" fmla="*/ 0 h 94"/>
                <a:gd name="T2" fmla="*/ 2147483647 w 74"/>
                <a:gd name="T3" fmla="*/ 2147483647 h 94"/>
                <a:gd name="T4" fmla="*/ 2147483647 w 74"/>
                <a:gd name="T5" fmla="*/ 2147483647 h 94"/>
                <a:gd name="T6" fmla="*/ 2147483647 w 74"/>
                <a:gd name="T7" fmla="*/ 2147483647 h 94"/>
                <a:gd name="T8" fmla="*/ 2147483647 w 74"/>
                <a:gd name="T9" fmla="*/ 2147483647 h 94"/>
                <a:gd name="T10" fmla="*/ 2147483647 w 74"/>
                <a:gd name="T11" fmla="*/ 2147483647 h 94"/>
                <a:gd name="T12" fmla="*/ 0 w 74"/>
                <a:gd name="T13" fmla="*/ 2147483647 h 94"/>
                <a:gd name="T14" fmla="*/ 0 w 74"/>
                <a:gd name="T15" fmla="*/ 0 h 94"/>
                <a:gd name="T16" fmla="*/ 2147483647 w 74"/>
                <a:gd name="T17" fmla="*/ 0 h 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94">
                  <a:moveTo>
                    <a:pt x="74" y="0"/>
                  </a:moveTo>
                  <a:lnTo>
                    <a:pt x="74" y="14"/>
                  </a:lnTo>
                  <a:lnTo>
                    <a:pt x="44" y="14"/>
                  </a:lnTo>
                  <a:lnTo>
                    <a:pt x="44" y="94"/>
                  </a:lnTo>
                  <a:lnTo>
                    <a:pt x="30" y="94"/>
                  </a:lnTo>
                  <a:lnTo>
                    <a:pt x="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Freeform 80"/>
            <p:cNvSpPr>
              <a:spLocks/>
            </p:cNvSpPr>
            <p:nvPr userDrawn="1"/>
          </p:nvSpPr>
          <p:spPr bwMode="auto">
            <a:xfrm>
              <a:off x="4176713" y="3448050"/>
              <a:ext cx="120650" cy="149225"/>
            </a:xfrm>
            <a:custGeom>
              <a:avLst/>
              <a:gdLst>
                <a:gd name="T0" fmla="*/ 2147483647 w 76"/>
                <a:gd name="T1" fmla="*/ 0 h 94"/>
                <a:gd name="T2" fmla="*/ 2147483647 w 76"/>
                <a:gd name="T3" fmla="*/ 2147483647 h 94"/>
                <a:gd name="T4" fmla="*/ 2147483647 w 76"/>
                <a:gd name="T5" fmla="*/ 2147483647 h 94"/>
                <a:gd name="T6" fmla="*/ 2147483647 w 76"/>
                <a:gd name="T7" fmla="*/ 2147483647 h 94"/>
                <a:gd name="T8" fmla="*/ 2147483647 w 76"/>
                <a:gd name="T9" fmla="*/ 2147483647 h 94"/>
                <a:gd name="T10" fmla="*/ 2147483647 w 76"/>
                <a:gd name="T11" fmla="*/ 2147483647 h 94"/>
                <a:gd name="T12" fmla="*/ 0 w 76"/>
                <a:gd name="T13" fmla="*/ 2147483647 h 94"/>
                <a:gd name="T14" fmla="*/ 0 w 76"/>
                <a:gd name="T15" fmla="*/ 0 h 94"/>
                <a:gd name="T16" fmla="*/ 2147483647 w 76"/>
                <a:gd name="T17" fmla="*/ 0 h 94"/>
                <a:gd name="T18" fmla="*/ 2147483647 w 76"/>
                <a:gd name="T19" fmla="*/ 2147483647 h 94"/>
                <a:gd name="T20" fmla="*/ 2147483647 w 76"/>
                <a:gd name="T21" fmla="*/ 2147483647 h 94"/>
                <a:gd name="T22" fmla="*/ 2147483647 w 76"/>
                <a:gd name="T23" fmla="*/ 0 h 94"/>
                <a:gd name="T24" fmla="*/ 2147483647 w 7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6" h="94">
                  <a:moveTo>
                    <a:pt x="76" y="0"/>
                  </a:moveTo>
                  <a:lnTo>
                    <a:pt x="76" y="94"/>
                  </a:lnTo>
                  <a:lnTo>
                    <a:pt x="60" y="94"/>
                  </a:lnTo>
                  <a:lnTo>
                    <a:pt x="60" y="52"/>
                  </a:lnTo>
                  <a:lnTo>
                    <a:pt x="16" y="52"/>
                  </a:lnTo>
                  <a:lnTo>
                    <a:pt x="16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38"/>
                  </a:lnTo>
                  <a:lnTo>
                    <a:pt x="60" y="38"/>
                  </a:lnTo>
                  <a:lnTo>
                    <a:pt x="6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Freeform 81"/>
            <p:cNvSpPr>
              <a:spLocks/>
            </p:cNvSpPr>
            <p:nvPr userDrawn="1"/>
          </p:nvSpPr>
          <p:spPr bwMode="auto">
            <a:xfrm>
              <a:off x="4341813" y="3448050"/>
              <a:ext cx="104775" cy="149225"/>
            </a:xfrm>
            <a:custGeom>
              <a:avLst/>
              <a:gdLst>
                <a:gd name="T0" fmla="*/ 2147483647 w 66"/>
                <a:gd name="T1" fmla="*/ 2147483647 h 94"/>
                <a:gd name="T2" fmla="*/ 2147483647 w 66"/>
                <a:gd name="T3" fmla="*/ 2147483647 h 94"/>
                <a:gd name="T4" fmla="*/ 0 w 66"/>
                <a:gd name="T5" fmla="*/ 2147483647 h 94"/>
                <a:gd name="T6" fmla="*/ 0 w 66"/>
                <a:gd name="T7" fmla="*/ 0 h 94"/>
                <a:gd name="T8" fmla="*/ 2147483647 w 66"/>
                <a:gd name="T9" fmla="*/ 0 h 94"/>
                <a:gd name="T10" fmla="*/ 2147483647 w 66"/>
                <a:gd name="T11" fmla="*/ 2147483647 h 94"/>
                <a:gd name="T12" fmla="*/ 2147483647 w 66"/>
                <a:gd name="T13" fmla="*/ 2147483647 h 94"/>
                <a:gd name="T14" fmla="*/ 2147483647 w 66"/>
                <a:gd name="T15" fmla="*/ 2147483647 h 94"/>
                <a:gd name="T16" fmla="*/ 2147483647 w 66"/>
                <a:gd name="T17" fmla="*/ 2147483647 h 94"/>
                <a:gd name="T18" fmla="*/ 2147483647 w 66"/>
                <a:gd name="T19" fmla="*/ 2147483647 h 94"/>
                <a:gd name="T20" fmla="*/ 2147483647 w 66"/>
                <a:gd name="T21" fmla="*/ 2147483647 h 94"/>
                <a:gd name="T22" fmla="*/ 2147483647 w 66"/>
                <a:gd name="T23" fmla="*/ 2147483647 h 94"/>
                <a:gd name="T24" fmla="*/ 2147483647 w 66"/>
                <a:gd name="T25" fmla="*/ 2147483647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6" h="94">
                  <a:moveTo>
                    <a:pt x="66" y="80"/>
                  </a:moveTo>
                  <a:lnTo>
                    <a:pt x="66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6" y="14"/>
                  </a:lnTo>
                  <a:lnTo>
                    <a:pt x="16" y="38"/>
                  </a:lnTo>
                  <a:lnTo>
                    <a:pt x="54" y="38"/>
                  </a:lnTo>
                  <a:lnTo>
                    <a:pt x="54" y="52"/>
                  </a:lnTo>
                  <a:lnTo>
                    <a:pt x="16" y="52"/>
                  </a:lnTo>
                  <a:lnTo>
                    <a:pt x="16" y="80"/>
                  </a:lnTo>
                  <a:lnTo>
                    <a:pt x="66" y="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Freeform 82"/>
            <p:cNvSpPr>
              <a:spLocks/>
            </p:cNvSpPr>
            <p:nvPr userDrawn="1"/>
          </p:nvSpPr>
          <p:spPr bwMode="auto">
            <a:xfrm>
              <a:off x="4538663" y="3444875"/>
              <a:ext cx="146050" cy="155575"/>
            </a:xfrm>
            <a:custGeom>
              <a:avLst/>
              <a:gdLst>
                <a:gd name="T0" fmla="*/ 2147483647 w 46"/>
                <a:gd name="T1" fmla="*/ 2147483647 h 49"/>
                <a:gd name="T2" fmla="*/ 2147483647 w 46"/>
                <a:gd name="T3" fmla="*/ 2147483647 h 49"/>
                <a:gd name="T4" fmla="*/ 2147483647 w 46"/>
                <a:gd name="T5" fmla="*/ 2147483647 h 49"/>
                <a:gd name="T6" fmla="*/ 2147483647 w 46"/>
                <a:gd name="T7" fmla="*/ 2147483647 h 49"/>
                <a:gd name="T8" fmla="*/ 2147483647 w 46"/>
                <a:gd name="T9" fmla="*/ 2147483647 h 49"/>
                <a:gd name="T10" fmla="*/ 2147483647 w 46"/>
                <a:gd name="T11" fmla="*/ 2147483647 h 49"/>
                <a:gd name="T12" fmla="*/ 2147483647 w 46"/>
                <a:gd name="T13" fmla="*/ 2147483647 h 49"/>
                <a:gd name="T14" fmla="*/ 0 w 46"/>
                <a:gd name="T15" fmla="*/ 2147483647 h 49"/>
                <a:gd name="T16" fmla="*/ 2147483647 w 46"/>
                <a:gd name="T17" fmla="*/ 0 h 49"/>
                <a:gd name="T18" fmla="*/ 2147483647 w 46"/>
                <a:gd name="T19" fmla="*/ 2147483647 h 49"/>
                <a:gd name="T20" fmla="*/ 2147483647 w 46"/>
                <a:gd name="T21" fmla="*/ 2147483647 h 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6" h="49">
                  <a:moveTo>
                    <a:pt x="38" y="14"/>
                  </a:moveTo>
                  <a:cubicBezTo>
                    <a:pt x="35" y="10"/>
                    <a:pt x="30" y="7"/>
                    <a:pt x="24" y="7"/>
                  </a:cubicBezTo>
                  <a:cubicBezTo>
                    <a:pt x="14" y="7"/>
                    <a:pt x="7" y="14"/>
                    <a:pt x="7" y="24"/>
                  </a:cubicBezTo>
                  <a:cubicBezTo>
                    <a:pt x="7" y="35"/>
                    <a:pt x="15" y="41"/>
                    <a:pt x="24" y="41"/>
                  </a:cubicBezTo>
                  <a:cubicBezTo>
                    <a:pt x="30" y="41"/>
                    <a:pt x="36" y="38"/>
                    <a:pt x="39" y="33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2" y="43"/>
                    <a:pt x="34" y="49"/>
                    <a:pt x="24" y="49"/>
                  </a:cubicBezTo>
                  <a:cubicBezTo>
                    <a:pt x="11" y="49"/>
                    <a:pt x="0" y="39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3" y="0"/>
                    <a:pt x="41" y="5"/>
                    <a:pt x="45" y="12"/>
                  </a:cubicBezTo>
                  <a:lnTo>
                    <a:pt x="38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" name="Freeform 83"/>
            <p:cNvSpPr>
              <a:spLocks noEditPoints="1"/>
            </p:cNvSpPr>
            <p:nvPr userDrawn="1"/>
          </p:nvSpPr>
          <p:spPr bwMode="auto">
            <a:xfrm>
              <a:off x="4706938" y="3444875"/>
              <a:ext cx="155575" cy="155575"/>
            </a:xfrm>
            <a:custGeom>
              <a:avLst/>
              <a:gdLst>
                <a:gd name="T0" fmla="*/ 2147483647 w 49"/>
                <a:gd name="T1" fmla="*/ 0 h 49"/>
                <a:gd name="T2" fmla="*/ 2147483647 w 49"/>
                <a:gd name="T3" fmla="*/ 2147483647 h 49"/>
                <a:gd name="T4" fmla="*/ 2147483647 w 49"/>
                <a:gd name="T5" fmla="*/ 2147483647 h 49"/>
                <a:gd name="T6" fmla="*/ 0 w 49"/>
                <a:gd name="T7" fmla="*/ 2147483647 h 49"/>
                <a:gd name="T8" fmla="*/ 2147483647 w 49"/>
                <a:gd name="T9" fmla="*/ 0 h 49"/>
                <a:gd name="T10" fmla="*/ 2147483647 w 49"/>
                <a:gd name="T11" fmla="*/ 2147483647 h 49"/>
                <a:gd name="T12" fmla="*/ 2147483647 w 49"/>
                <a:gd name="T13" fmla="*/ 2147483647 h 49"/>
                <a:gd name="T14" fmla="*/ 2147483647 w 49"/>
                <a:gd name="T15" fmla="*/ 2147483647 h 49"/>
                <a:gd name="T16" fmla="*/ 2147483647 w 49"/>
                <a:gd name="T17" fmla="*/ 2147483647 h 49"/>
                <a:gd name="T18" fmla="*/ 2147483647 w 49"/>
                <a:gd name="T19" fmla="*/ 2147483647 h 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cubicBezTo>
                    <a:pt x="38" y="0"/>
                    <a:pt x="49" y="10"/>
                    <a:pt x="49" y="24"/>
                  </a:cubicBezTo>
                  <a:cubicBezTo>
                    <a:pt x="49" y="39"/>
                    <a:pt x="38" y="49"/>
                    <a:pt x="24" y="49"/>
                  </a:cubicBezTo>
                  <a:cubicBezTo>
                    <a:pt x="11" y="49"/>
                    <a:pt x="0" y="39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moveTo>
                    <a:pt x="24" y="41"/>
                  </a:moveTo>
                  <a:cubicBezTo>
                    <a:pt x="34" y="41"/>
                    <a:pt x="41" y="35"/>
                    <a:pt x="41" y="24"/>
                  </a:cubicBezTo>
                  <a:cubicBezTo>
                    <a:pt x="41" y="14"/>
                    <a:pt x="34" y="7"/>
                    <a:pt x="24" y="7"/>
                  </a:cubicBezTo>
                  <a:cubicBezTo>
                    <a:pt x="15" y="7"/>
                    <a:pt x="8" y="14"/>
                    <a:pt x="8" y="24"/>
                  </a:cubicBezTo>
                  <a:cubicBezTo>
                    <a:pt x="8" y="35"/>
                    <a:pt x="15" y="41"/>
                    <a:pt x="24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Freeform 84"/>
            <p:cNvSpPr>
              <a:spLocks/>
            </p:cNvSpPr>
            <p:nvPr userDrawn="1"/>
          </p:nvSpPr>
          <p:spPr bwMode="auto">
            <a:xfrm>
              <a:off x="4894263" y="3448050"/>
              <a:ext cx="127000" cy="149225"/>
            </a:xfrm>
            <a:custGeom>
              <a:avLst/>
              <a:gdLst>
                <a:gd name="T0" fmla="*/ 2147483647 w 40"/>
                <a:gd name="T1" fmla="*/ 0 h 47"/>
                <a:gd name="T2" fmla="*/ 2147483647 w 40"/>
                <a:gd name="T3" fmla="*/ 2147483647 h 47"/>
                <a:gd name="T4" fmla="*/ 2147483647 w 40"/>
                <a:gd name="T5" fmla="*/ 2147483647 h 47"/>
                <a:gd name="T6" fmla="*/ 2147483647 w 40"/>
                <a:gd name="T7" fmla="*/ 2147483647 h 47"/>
                <a:gd name="T8" fmla="*/ 2147483647 w 40"/>
                <a:gd name="T9" fmla="*/ 2147483647 h 47"/>
                <a:gd name="T10" fmla="*/ 2147483647 w 40"/>
                <a:gd name="T11" fmla="*/ 2147483647 h 47"/>
                <a:gd name="T12" fmla="*/ 2147483647 w 40"/>
                <a:gd name="T13" fmla="*/ 2147483647 h 47"/>
                <a:gd name="T14" fmla="*/ 2147483647 w 40"/>
                <a:gd name="T15" fmla="*/ 2147483647 h 47"/>
                <a:gd name="T16" fmla="*/ 0 w 40"/>
                <a:gd name="T17" fmla="*/ 2147483647 h 47"/>
                <a:gd name="T18" fmla="*/ 0 w 40"/>
                <a:gd name="T19" fmla="*/ 0 h 47"/>
                <a:gd name="T20" fmla="*/ 2147483647 w 40"/>
                <a:gd name="T21" fmla="*/ 0 h 47"/>
                <a:gd name="T22" fmla="*/ 2147483647 w 40"/>
                <a:gd name="T23" fmla="*/ 2147483647 h 47"/>
                <a:gd name="T24" fmla="*/ 2147483647 w 40"/>
                <a:gd name="T25" fmla="*/ 2147483647 h 47"/>
                <a:gd name="T26" fmla="*/ 2147483647 w 40"/>
                <a:gd name="T27" fmla="*/ 2147483647 h 47"/>
                <a:gd name="T28" fmla="*/ 2147483647 w 40"/>
                <a:gd name="T29" fmla="*/ 2147483647 h 47"/>
                <a:gd name="T30" fmla="*/ 2147483647 w 40"/>
                <a:gd name="T31" fmla="*/ 0 h 47"/>
                <a:gd name="T32" fmla="*/ 2147483647 w 40"/>
                <a:gd name="T33" fmla="*/ 0 h 4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0" h="47">
                  <a:moveTo>
                    <a:pt x="40" y="0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2" y="18"/>
                    <a:pt x="8" y="12"/>
                    <a:pt x="8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8" y="19"/>
                    <a:pt x="8" y="2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8" y="28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27"/>
                    <a:pt x="32" y="2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Freeform 85"/>
            <p:cNvSpPr>
              <a:spLocks/>
            </p:cNvSpPr>
            <p:nvPr userDrawn="1"/>
          </p:nvSpPr>
          <p:spPr bwMode="auto">
            <a:xfrm>
              <a:off x="5049838" y="3448050"/>
              <a:ext cx="120650" cy="149225"/>
            </a:xfrm>
            <a:custGeom>
              <a:avLst/>
              <a:gdLst>
                <a:gd name="T0" fmla="*/ 2147483647 w 76"/>
                <a:gd name="T1" fmla="*/ 0 h 94"/>
                <a:gd name="T2" fmla="*/ 2147483647 w 76"/>
                <a:gd name="T3" fmla="*/ 2147483647 h 94"/>
                <a:gd name="T4" fmla="*/ 2147483647 w 76"/>
                <a:gd name="T5" fmla="*/ 2147483647 h 94"/>
                <a:gd name="T6" fmla="*/ 2147483647 w 76"/>
                <a:gd name="T7" fmla="*/ 2147483647 h 94"/>
                <a:gd name="T8" fmla="*/ 2147483647 w 76"/>
                <a:gd name="T9" fmla="*/ 2147483647 h 94"/>
                <a:gd name="T10" fmla="*/ 2147483647 w 76"/>
                <a:gd name="T11" fmla="*/ 2147483647 h 94"/>
                <a:gd name="T12" fmla="*/ 0 w 76"/>
                <a:gd name="T13" fmla="*/ 2147483647 h 94"/>
                <a:gd name="T14" fmla="*/ 0 w 76"/>
                <a:gd name="T15" fmla="*/ 0 h 94"/>
                <a:gd name="T16" fmla="*/ 2147483647 w 76"/>
                <a:gd name="T17" fmla="*/ 0 h 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6" h="94">
                  <a:moveTo>
                    <a:pt x="76" y="0"/>
                  </a:moveTo>
                  <a:lnTo>
                    <a:pt x="76" y="14"/>
                  </a:lnTo>
                  <a:lnTo>
                    <a:pt x="46" y="14"/>
                  </a:lnTo>
                  <a:lnTo>
                    <a:pt x="46" y="94"/>
                  </a:lnTo>
                  <a:lnTo>
                    <a:pt x="32" y="94"/>
                  </a:lnTo>
                  <a:lnTo>
                    <a:pt x="32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Freeform 86"/>
            <p:cNvSpPr>
              <a:spLocks noEditPoints="1"/>
            </p:cNvSpPr>
            <p:nvPr userDrawn="1"/>
          </p:nvSpPr>
          <p:spPr bwMode="auto">
            <a:xfrm>
              <a:off x="5202238" y="3448050"/>
              <a:ext cx="111125" cy="149225"/>
            </a:xfrm>
            <a:custGeom>
              <a:avLst/>
              <a:gdLst>
                <a:gd name="T0" fmla="*/ 2147483647 w 35"/>
                <a:gd name="T1" fmla="*/ 2147483647 h 47"/>
                <a:gd name="T2" fmla="*/ 2147483647 w 35"/>
                <a:gd name="T3" fmla="*/ 2147483647 h 47"/>
                <a:gd name="T4" fmla="*/ 2147483647 w 35"/>
                <a:gd name="T5" fmla="*/ 2147483647 h 47"/>
                <a:gd name="T6" fmla="*/ 2147483647 w 35"/>
                <a:gd name="T7" fmla="*/ 2147483647 h 47"/>
                <a:gd name="T8" fmla="*/ 2147483647 w 35"/>
                <a:gd name="T9" fmla="*/ 2147483647 h 47"/>
                <a:gd name="T10" fmla="*/ 0 w 35"/>
                <a:gd name="T11" fmla="*/ 2147483647 h 47"/>
                <a:gd name="T12" fmla="*/ 0 w 35"/>
                <a:gd name="T13" fmla="*/ 0 h 47"/>
                <a:gd name="T14" fmla="*/ 2147483647 w 35"/>
                <a:gd name="T15" fmla="*/ 0 h 47"/>
                <a:gd name="T16" fmla="*/ 2147483647 w 35"/>
                <a:gd name="T17" fmla="*/ 2147483647 h 47"/>
                <a:gd name="T18" fmla="*/ 2147483647 w 35"/>
                <a:gd name="T19" fmla="*/ 2147483647 h 47"/>
                <a:gd name="T20" fmla="*/ 2147483647 w 35"/>
                <a:gd name="T21" fmla="*/ 2147483647 h 47"/>
                <a:gd name="T22" fmla="*/ 2147483647 w 35"/>
                <a:gd name="T23" fmla="*/ 2147483647 h 47"/>
                <a:gd name="T24" fmla="*/ 2147483647 w 35"/>
                <a:gd name="T25" fmla="*/ 2147483647 h 47"/>
                <a:gd name="T26" fmla="*/ 2147483647 w 35"/>
                <a:gd name="T27" fmla="*/ 2147483647 h 47"/>
                <a:gd name="T28" fmla="*/ 2147483647 w 35"/>
                <a:gd name="T29" fmla="*/ 2147483647 h 47"/>
                <a:gd name="T30" fmla="*/ 2147483647 w 35"/>
                <a:gd name="T31" fmla="*/ 2147483647 h 47"/>
                <a:gd name="T32" fmla="*/ 2147483647 w 35"/>
                <a:gd name="T33" fmla="*/ 2147483647 h 47"/>
                <a:gd name="T34" fmla="*/ 2147483647 w 35"/>
                <a:gd name="T35" fmla="*/ 2147483647 h 4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47">
                  <a:moveTo>
                    <a:pt x="26" y="47"/>
                  </a:moveTo>
                  <a:cubicBezTo>
                    <a:pt x="17" y="30"/>
                    <a:pt x="17" y="30"/>
                    <a:pt x="17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6" y="0"/>
                    <a:pt x="33" y="6"/>
                    <a:pt x="33" y="15"/>
                  </a:cubicBezTo>
                  <a:cubicBezTo>
                    <a:pt x="33" y="22"/>
                    <a:pt x="30" y="26"/>
                    <a:pt x="24" y="29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26" y="47"/>
                  </a:lnTo>
                  <a:close/>
                  <a:moveTo>
                    <a:pt x="16" y="24"/>
                  </a:moveTo>
                  <a:cubicBezTo>
                    <a:pt x="22" y="24"/>
                    <a:pt x="25" y="20"/>
                    <a:pt x="25" y="15"/>
                  </a:cubicBezTo>
                  <a:cubicBezTo>
                    <a:pt x="25" y="10"/>
                    <a:pt x="22" y="7"/>
                    <a:pt x="16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4"/>
                    <a:pt x="7" y="24"/>
                    <a:pt x="7" y="24"/>
                  </a:cubicBezTo>
                  <a:lnTo>
                    <a:pt x="16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Freeform 87"/>
            <p:cNvSpPr>
              <a:spLocks noEditPoints="1"/>
            </p:cNvSpPr>
            <p:nvPr userDrawn="1"/>
          </p:nvSpPr>
          <p:spPr bwMode="auto">
            <a:xfrm>
              <a:off x="5332413" y="3448050"/>
              <a:ext cx="146050" cy="149225"/>
            </a:xfrm>
            <a:custGeom>
              <a:avLst/>
              <a:gdLst>
                <a:gd name="T0" fmla="*/ 2147483647 w 46"/>
                <a:gd name="T1" fmla="*/ 2147483647 h 47"/>
                <a:gd name="T2" fmla="*/ 2147483647 w 46"/>
                <a:gd name="T3" fmla="*/ 2147483647 h 47"/>
                <a:gd name="T4" fmla="*/ 2147483647 w 46"/>
                <a:gd name="T5" fmla="*/ 2147483647 h 47"/>
                <a:gd name="T6" fmla="*/ 0 w 46"/>
                <a:gd name="T7" fmla="*/ 2147483647 h 47"/>
                <a:gd name="T8" fmla="*/ 2147483647 w 46"/>
                <a:gd name="T9" fmla="*/ 0 h 47"/>
                <a:gd name="T10" fmla="*/ 2147483647 w 46"/>
                <a:gd name="T11" fmla="*/ 0 h 47"/>
                <a:gd name="T12" fmla="*/ 2147483647 w 46"/>
                <a:gd name="T13" fmla="*/ 2147483647 h 47"/>
                <a:gd name="T14" fmla="*/ 2147483647 w 46"/>
                <a:gd name="T15" fmla="*/ 2147483647 h 47"/>
                <a:gd name="T16" fmla="*/ 2147483647 w 46"/>
                <a:gd name="T17" fmla="*/ 2147483647 h 47"/>
                <a:gd name="T18" fmla="*/ 2147483647 w 46"/>
                <a:gd name="T19" fmla="*/ 2147483647 h 47"/>
                <a:gd name="T20" fmla="*/ 2147483647 w 46"/>
                <a:gd name="T21" fmla="*/ 2147483647 h 47"/>
                <a:gd name="T22" fmla="*/ 2147483647 w 46"/>
                <a:gd name="T23" fmla="*/ 2147483647 h 47"/>
                <a:gd name="T24" fmla="*/ 2147483647 w 46"/>
                <a:gd name="T25" fmla="*/ 2147483647 h 47"/>
                <a:gd name="T26" fmla="*/ 2147483647 w 46"/>
                <a:gd name="T27" fmla="*/ 2147483647 h 47"/>
                <a:gd name="T28" fmla="*/ 2147483647 w 46"/>
                <a:gd name="T29" fmla="*/ 2147483647 h 47"/>
                <a:gd name="T30" fmla="*/ 2147483647 w 46"/>
                <a:gd name="T31" fmla="*/ 2147483647 h 4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47">
                  <a:moveTo>
                    <a:pt x="34" y="36"/>
                  </a:moveTo>
                  <a:cubicBezTo>
                    <a:pt x="12" y="36"/>
                    <a:pt x="12" y="36"/>
                    <a:pt x="12" y="3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8" y="47"/>
                    <a:pt x="38" y="47"/>
                    <a:pt x="38" y="47"/>
                  </a:cubicBezTo>
                  <a:lnTo>
                    <a:pt x="34" y="36"/>
                  </a:lnTo>
                  <a:close/>
                  <a:moveTo>
                    <a:pt x="31" y="30"/>
                  </a:moveTo>
                  <a:cubicBezTo>
                    <a:pt x="25" y="15"/>
                    <a:pt x="25" y="15"/>
                    <a:pt x="25" y="15"/>
                  </a:cubicBezTo>
                  <a:cubicBezTo>
                    <a:pt x="24" y="13"/>
                    <a:pt x="23" y="9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2" y="13"/>
                    <a:pt x="21" y="15"/>
                  </a:cubicBezTo>
                  <a:cubicBezTo>
                    <a:pt x="15" y="30"/>
                    <a:pt x="15" y="30"/>
                    <a:pt x="15" y="30"/>
                  </a:cubicBezTo>
                  <a:lnTo>
                    <a:pt x="31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Freeform 88"/>
            <p:cNvSpPr>
              <a:spLocks/>
            </p:cNvSpPr>
            <p:nvPr userDrawn="1"/>
          </p:nvSpPr>
          <p:spPr bwMode="auto">
            <a:xfrm>
              <a:off x="5491163" y="3444875"/>
              <a:ext cx="146050" cy="155575"/>
            </a:xfrm>
            <a:custGeom>
              <a:avLst/>
              <a:gdLst>
                <a:gd name="T0" fmla="*/ 2147483647 w 46"/>
                <a:gd name="T1" fmla="*/ 2147483647 h 49"/>
                <a:gd name="T2" fmla="*/ 2147483647 w 46"/>
                <a:gd name="T3" fmla="*/ 2147483647 h 49"/>
                <a:gd name="T4" fmla="*/ 2147483647 w 46"/>
                <a:gd name="T5" fmla="*/ 2147483647 h 49"/>
                <a:gd name="T6" fmla="*/ 2147483647 w 46"/>
                <a:gd name="T7" fmla="*/ 2147483647 h 49"/>
                <a:gd name="T8" fmla="*/ 2147483647 w 46"/>
                <a:gd name="T9" fmla="*/ 2147483647 h 49"/>
                <a:gd name="T10" fmla="*/ 2147483647 w 46"/>
                <a:gd name="T11" fmla="*/ 2147483647 h 49"/>
                <a:gd name="T12" fmla="*/ 2147483647 w 46"/>
                <a:gd name="T13" fmla="*/ 2147483647 h 49"/>
                <a:gd name="T14" fmla="*/ 0 w 46"/>
                <a:gd name="T15" fmla="*/ 2147483647 h 49"/>
                <a:gd name="T16" fmla="*/ 2147483647 w 46"/>
                <a:gd name="T17" fmla="*/ 0 h 49"/>
                <a:gd name="T18" fmla="*/ 2147483647 w 46"/>
                <a:gd name="T19" fmla="*/ 2147483647 h 49"/>
                <a:gd name="T20" fmla="*/ 2147483647 w 46"/>
                <a:gd name="T21" fmla="*/ 2147483647 h 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6" h="49">
                  <a:moveTo>
                    <a:pt x="37" y="14"/>
                  </a:moveTo>
                  <a:cubicBezTo>
                    <a:pt x="35" y="10"/>
                    <a:pt x="29" y="7"/>
                    <a:pt x="24" y="7"/>
                  </a:cubicBezTo>
                  <a:cubicBezTo>
                    <a:pt x="14" y="7"/>
                    <a:pt x="7" y="14"/>
                    <a:pt x="7" y="24"/>
                  </a:cubicBezTo>
                  <a:cubicBezTo>
                    <a:pt x="7" y="35"/>
                    <a:pt x="14" y="41"/>
                    <a:pt x="24" y="41"/>
                  </a:cubicBezTo>
                  <a:cubicBezTo>
                    <a:pt x="30" y="41"/>
                    <a:pt x="36" y="38"/>
                    <a:pt x="38" y="33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2" y="43"/>
                    <a:pt x="33" y="49"/>
                    <a:pt x="24" y="49"/>
                  </a:cubicBezTo>
                  <a:cubicBezTo>
                    <a:pt x="10" y="49"/>
                    <a:pt x="0" y="39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33" y="0"/>
                    <a:pt x="41" y="5"/>
                    <a:pt x="45" y="12"/>
                  </a:cubicBezTo>
                  <a:lnTo>
                    <a:pt x="37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Freeform 89"/>
            <p:cNvSpPr>
              <a:spLocks/>
            </p:cNvSpPr>
            <p:nvPr userDrawn="1"/>
          </p:nvSpPr>
          <p:spPr bwMode="auto">
            <a:xfrm>
              <a:off x="5653088" y="3448050"/>
              <a:ext cx="120650" cy="149225"/>
            </a:xfrm>
            <a:custGeom>
              <a:avLst/>
              <a:gdLst>
                <a:gd name="T0" fmla="*/ 2147483647 w 76"/>
                <a:gd name="T1" fmla="*/ 0 h 94"/>
                <a:gd name="T2" fmla="*/ 2147483647 w 76"/>
                <a:gd name="T3" fmla="*/ 2147483647 h 94"/>
                <a:gd name="T4" fmla="*/ 2147483647 w 76"/>
                <a:gd name="T5" fmla="*/ 2147483647 h 94"/>
                <a:gd name="T6" fmla="*/ 2147483647 w 76"/>
                <a:gd name="T7" fmla="*/ 2147483647 h 94"/>
                <a:gd name="T8" fmla="*/ 2147483647 w 76"/>
                <a:gd name="T9" fmla="*/ 2147483647 h 94"/>
                <a:gd name="T10" fmla="*/ 2147483647 w 76"/>
                <a:gd name="T11" fmla="*/ 2147483647 h 94"/>
                <a:gd name="T12" fmla="*/ 0 w 76"/>
                <a:gd name="T13" fmla="*/ 2147483647 h 94"/>
                <a:gd name="T14" fmla="*/ 0 w 76"/>
                <a:gd name="T15" fmla="*/ 0 h 94"/>
                <a:gd name="T16" fmla="*/ 2147483647 w 76"/>
                <a:gd name="T17" fmla="*/ 0 h 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6" h="94">
                  <a:moveTo>
                    <a:pt x="76" y="0"/>
                  </a:moveTo>
                  <a:lnTo>
                    <a:pt x="76" y="14"/>
                  </a:lnTo>
                  <a:lnTo>
                    <a:pt x="46" y="14"/>
                  </a:lnTo>
                  <a:lnTo>
                    <a:pt x="46" y="94"/>
                  </a:lnTo>
                  <a:lnTo>
                    <a:pt x="30" y="94"/>
                  </a:lnTo>
                  <a:lnTo>
                    <a:pt x="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" name="Freeform 90"/>
            <p:cNvSpPr>
              <a:spLocks/>
            </p:cNvSpPr>
            <p:nvPr userDrawn="1"/>
          </p:nvSpPr>
          <p:spPr bwMode="auto">
            <a:xfrm>
              <a:off x="4402138" y="2797175"/>
              <a:ext cx="60325" cy="88900"/>
            </a:xfrm>
            <a:custGeom>
              <a:avLst/>
              <a:gdLst>
                <a:gd name="T0" fmla="*/ 2147483647 w 19"/>
                <a:gd name="T1" fmla="*/ 2147483647 h 28"/>
                <a:gd name="T2" fmla="*/ 2147483647 w 19"/>
                <a:gd name="T3" fmla="*/ 2147483647 h 28"/>
                <a:gd name="T4" fmla="*/ 2147483647 w 19"/>
                <a:gd name="T5" fmla="*/ 2147483647 h 28"/>
                <a:gd name="T6" fmla="*/ 2147483647 w 19"/>
                <a:gd name="T7" fmla="*/ 2147483647 h 28"/>
                <a:gd name="T8" fmla="*/ 2147483647 w 19"/>
                <a:gd name="T9" fmla="*/ 2147483647 h 28"/>
                <a:gd name="T10" fmla="*/ 2147483647 w 19"/>
                <a:gd name="T11" fmla="*/ 2147483647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28">
                  <a:moveTo>
                    <a:pt x="17" y="13"/>
                  </a:moveTo>
                  <a:cubicBezTo>
                    <a:pt x="17" y="13"/>
                    <a:pt x="12" y="0"/>
                    <a:pt x="5" y="9"/>
                  </a:cubicBezTo>
                  <a:cubicBezTo>
                    <a:pt x="5" y="9"/>
                    <a:pt x="0" y="13"/>
                    <a:pt x="8" y="25"/>
                  </a:cubicBezTo>
                  <a:cubicBezTo>
                    <a:pt x="8" y="25"/>
                    <a:pt x="10" y="28"/>
                    <a:pt x="13" y="26"/>
                  </a:cubicBezTo>
                  <a:cubicBezTo>
                    <a:pt x="13" y="26"/>
                    <a:pt x="16" y="26"/>
                    <a:pt x="14" y="21"/>
                  </a:cubicBezTo>
                  <a:cubicBezTo>
                    <a:pt x="14" y="21"/>
                    <a:pt x="19" y="21"/>
                    <a:pt x="17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" name="Freeform 91"/>
            <p:cNvSpPr>
              <a:spLocks/>
            </p:cNvSpPr>
            <p:nvPr userDrawn="1"/>
          </p:nvSpPr>
          <p:spPr bwMode="auto">
            <a:xfrm>
              <a:off x="6319838" y="2781300"/>
              <a:ext cx="60325" cy="85725"/>
            </a:xfrm>
            <a:custGeom>
              <a:avLst/>
              <a:gdLst>
                <a:gd name="T0" fmla="*/ 2147483647 w 19"/>
                <a:gd name="T1" fmla="*/ 2147483647 h 27"/>
                <a:gd name="T2" fmla="*/ 2147483647 w 19"/>
                <a:gd name="T3" fmla="*/ 2147483647 h 27"/>
                <a:gd name="T4" fmla="*/ 2147483647 w 19"/>
                <a:gd name="T5" fmla="*/ 2147483647 h 27"/>
                <a:gd name="T6" fmla="*/ 2147483647 w 19"/>
                <a:gd name="T7" fmla="*/ 2147483647 h 27"/>
                <a:gd name="T8" fmla="*/ 2147483647 w 19"/>
                <a:gd name="T9" fmla="*/ 2147483647 h 27"/>
                <a:gd name="T10" fmla="*/ 2147483647 w 19"/>
                <a:gd name="T11" fmla="*/ 2147483647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27">
                  <a:moveTo>
                    <a:pt x="16" y="12"/>
                  </a:moveTo>
                  <a:cubicBezTo>
                    <a:pt x="16" y="12"/>
                    <a:pt x="12" y="0"/>
                    <a:pt x="4" y="8"/>
                  </a:cubicBezTo>
                  <a:cubicBezTo>
                    <a:pt x="4" y="8"/>
                    <a:pt x="0" y="12"/>
                    <a:pt x="8" y="24"/>
                  </a:cubicBezTo>
                  <a:cubicBezTo>
                    <a:pt x="8" y="24"/>
                    <a:pt x="10" y="27"/>
                    <a:pt x="12" y="26"/>
                  </a:cubicBezTo>
                  <a:cubicBezTo>
                    <a:pt x="12" y="26"/>
                    <a:pt x="16" y="25"/>
                    <a:pt x="14" y="21"/>
                  </a:cubicBezTo>
                  <a:cubicBezTo>
                    <a:pt x="14" y="21"/>
                    <a:pt x="19" y="20"/>
                    <a:pt x="16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Freeform 92"/>
            <p:cNvSpPr>
              <a:spLocks noEditPoints="1"/>
            </p:cNvSpPr>
            <p:nvPr userDrawn="1"/>
          </p:nvSpPr>
          <p:spPr bwMode="auto">
            <a:xfrm>
              <a:off x="2074863" y="2765425"/>
              <a:ext cx="1362075" cy="650875"/>
            </a:xfrm>
            <a:custGeom>
              <a:avLst/>
              <a:gdLst>
                <a:gd name="T0" fmla="*/ 2147483647 w 429"/>
                <a:gd name="T1" fmla="*/ 2147483647 h 205"/>
                <a:gd name="T2" fmla="*/ 2147483647 w 429"/>
                <a:gd name="T3" fmla="*/ 2147483647 h 205"/>
                <a:gd name="T4" fmla="*/ 2147483647 w 429"/>
                <a:gd name="T5" fmla="*/ 2147483647 h 205"/>
                <a:gd name="T6" fmla="*/ 2147483647 w 429"/>
                <a:gd name="T7" fmla="*/ 2147483647 h 205"/>
                <a:gd name="T8" fmla="*/ 2147483647 w 429"/>
                <a:gd name="T9" fmla="*/ 2147483647 h 205"/>
                <a:gd name="T10" fmla="*/ 2147483647 w 429"/>
                <a:gd name="T11" fmla="*/ 2147483647 h 205"/>
                <a:gd name="T12" fmla="*/ 2147483647 w 429"/>
                <a:gd name="T13" fmla="*/ 2147483647 h 205"/>
                <a:gd name="T14" fmla="*/ 2147483647 w 429"/>
                <a:gd name="T15" fmla="*/ 2147483647 h 205"/>
                <a:gd name="T16" fmla="*/ 2147483647 w 429"/>
                <a:gd name="T17" fmla="*/ 2147483647 h 205"/>
                <a:gd name="T18" fmla="*/ 2147483647 w 429"/>
                <a:gd name="T19" fmla="*/ 2147483647 h 205"/>
                <a:gd name="T20" fmla="*/ 2147483647 w 429"/>
                <a:gd name="T21" fmla="*/ 2147483647 h 205"/>
                <a:gd name="T22" fmla="*/ 2147483647 w 429"/>
                <a:gd name="T23" fmla="*/ 2147483647 h 205"/>
                <a:gd name="T24" fmla="*/ 2147483647 w 429"/>
                <a:gd name="T25" fmla="*/ 2147483647 h 205"/>
                <a:gd name="T26" fmla="*/ 2147483647 w 429"/>
                <a:gd name="T27" fmla="*/ 2147483647 h 205"/>
                <a:gd name="T28" fmla="*/ 2147483647 w 429"/>
                <a:gd name="T29" fmla="*/ 2147483647 h 205"/>
                <a:gd name="T30" fmla="*/ 2147483647 w 429"/>
                <a:gd name="T31" fmla="*/ 2147483647 h 205"/>
                <a:gd name="T32" fmla="*/ 2147483647 w 429"/>
                <a:gd name="T33" fmla="*/ 2147483647 h 205"/>
                <a:gd name="T34" fmla="*/ 2147483647 w 429"/>
                <a:gd name="T35" fmla="*/ 2147483647 h 205"/>
                <a:gd name="T36" fmla="*/ 2147483647 w 429"/>
                <a:gd name="T37" fmla="*/ 2147483647 h 205"/>
                <a:gd name="T38" fmla="*/ 2147483647 w 429"/>
                <a:gd name="T39" fmla="*/ 2147483647 h 205"/>
                <a:gd name="T40" fmla="*/ 2147483647 w 429"/>
                <a:gd name="T41" fmla="*/ 2147483647 h 205"/>
                <a:gd name="T42" fmla="*/ 2147483647 w 429"/>
                <a:gd name="T43" fmla="*/ 2147483647 h 205"/>
                <a:gd name="T44" fmla="*/ 2147483647 w 429"/>
                <a:gd name="T45" fmla="*/ 2147483647 h 205"/>
                <a:gd name="T46" fmla="*/ 2147483647 w 429"/>
                <a:gd name="T47" fmla="*/ 2147483647 h 205"/>
                <a:gd name="T48" fmla="*/ 2147483647 w 429"/>
                <a:gd name="T49" fmla="*/ 2147483647 h 205"/>
                <a:gd name="T50" fmla="*/ 2147483647 w 429"/>
                <a:gd name="T51" fmla="*/ 2147483647 h 205"/>
                <a:gd name="T52" fmla="*/ 2147483647 w 429"/>
                <a:gd name="T53" fmla="*/ 2147483647 h 205"/>
                <a:gd name="T54" fmla="*/ 2147483647 w 429"/>
                <a:gd name="T55" fmla="*/ 2147483647 h 205"/>
                <a:gd name="T56" fmla="*/ 2147483647 w 429"/>
                <a:gd name="T57" fmla="*/ 2147483647 h 205"/>
                <a:gd name="T58" fmla="*/ 2147483647 w 429"/>
                <a:gd name="T59" fmla="*/ 2147483647 h 205"/>
                <a:gd name="T60" fmla="*/ 2147483647 w 429"/>
                <a:gd name="T61" fmla="*/ 2147483647 h 205"/>
                <a:gd name="T62" fmla="*/ 2147483647 w 429"/>
                <a:gd name="T63" fmla="*/ 2147483647 h 205"/>
                <a:gd name="T64" fmla="*/ 2147483647 w 429"/>
                <a:gd name="T65" fmla="*/ 2147483647 h 205"/>
                <a:gd name="T66" fmla="*/ 2147483647 w 429"/>
                <a:gd name="T67" fmla="*/ 2147483647 h 205"/>
                <a:gd name="T68" fmla="*/ 2147483647 w 429"/>
                <a:gd name="T69" fmla="*/ 2147483647 h 205"/>
                <a:gd name="T70" fmla="*/ 2147483647 w 429"/>
                <a:gd name="T71" fmla="*/ 2147483647 h 205"/>
                <a:gd name="T72" fmla="*/ 2147483647 w 429"/>
                <a:gd name="T73" fmla="*/ 2147483647 h 205"/>
                <a:gd name="T74" fmla="*/ 2147483647 w 429"/>
                <a:gd name="T75" fmla="*/ 2147483647 h 205"/>
                <a:gd name="T76" fmla="*/ 2147483647 w 429"/>
                <a:gd name="T77" fmla="*/ 2147483647 h 205"/>
                <a:gd name="T78" fmla="*/ 2147483647 w 429"/>
                <a:gd name="T79" fmla="*/ 2147483647 h 205"/>
                <a:gd name="T80" fmla="*/ 2147483647 w 429"/>
                <a:gd name="T81" fmla="*/ 2147483647 h 205"/>
                <a:gd name="T82" fmla="*/ 2147483647 w 429"/>
                <a:gd name="T83" fmla="*/ 2147483647 h 205"/>
                <a:gd name="T84" fmla="*/ 2147483647 w 429"/>
                <a:gd name="T85" fmla="*/ 2147483647 h 205"/>
                <a:gd name="T86" fmla="*/ 2147483647 w 429"/>
                <a:gd name="T87" fmla="*/ 2147483647 h 205"/>
                <a:gd name="T88" fmla="*/ 2147483647 w 429"/>
                <a:gd name="T89" fmla="*/ 2147483647 h 205"/>
                <a:gd name="T90" fmla="*/ 2147483647 w 429"/>
                <a:gd name="T91" fmla="*/ 2147483647 h 20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29" h="205">
                  <a:moveTo>
                    <a:pt x="406" y="144"/>
                  </a:moveTo>
                  <a:cubicBezTo>
                    <a:pt x="379" y="136"/>
                    <a:pt x="375" y="112"/>
                    <a:pt x="377" y="95"/>
                  </a:cubicBezTo>
                  <a:cubicBezTo>
                    <a:pt x="424" y="52"/>
                    <a:pt x="429" y="20"/>
                    <a:pt x="429" y="20"/>
                  </a:cubicBezTo>
                  <a:cubicBezTo>
                    <a:pt x="426" y="0"/>
                    <a:pt x="397" y="31"/>
                    <a:pt x="397" y="31"/>
                  </a:cubicBezTo>
                  <a:cubicBezTo>
                    <a:pt x="377" y="56"/>
                    <a:pt x="370" y="77"/>
                    <a:pt x="368" y="93"/>
                  </a:cubicBezTo>
                  <a:cubicBezTo>
                    <a:pt x="318" y="141"/>
                    <a:pt x="275" y="150"/>
                    <a:pt x="275" y="150"/>
                  </a:cubicBezTo>
                  <a:cubicBezTo>
                    <a:pt x="253" y="157"/>
                    <a:pt x="237" y="147"/>
                    <a:pt x="235" y="134"/>
                  </a:cubicBezTo>
                  <a:cubicBezTo>
                    <a:pt x="247" y="128"/>
                    <a:pt x="253" y="122"/>
                    <a:pt x="253" y="122"/>
                  </a:cubicBezTo>
                  <a:cubicBezTo>
                    <a:pt x="267" y="112"/>
                    <a:pt x="259" y="105"/>
                    <a:pt x="259" y="105"/>
                  </a:cubicBezTo>
                  <a:cubicBezTo>
                    <a:pt x="240" y="87"/>
                    <a:pt x="228" y="123"/>
                    <a:pt x="228" y="123"/>
                  </a:cubicBezTo>
                  <a:cubicBezTo>
                    <a:pt x="228" y="126"/>
                    <a:pt x="228" y="128"/>
                    <a:pt x="228" y="130"/>
                  </a:cubicBezTo>
                  <a:cubicBezTo>
                    <a:pt x="204" y="142"/>
                    <a:pt x="183" y="143"/>
                    <a:pt x="183" y="143"/>
                  </a:cubicBezTo>
                  <a:cubicBezTo>
                    <a:pt x="113" y="141"/>
                    <a:pt x="79" y="102"/>
                    <a:pt x="79" y="102"/>
                  </a:cubicBezTo>
                  <a:cubicBezTo>
                    <a:pt x="117" y="82"/>
                    <a:pt x="132" y="47"/>
                    <a:pt x="132" y="47"/>
                  </a:cubicBezTo>
                  <a:cubicBezTo>
                    <a:pt x="138" y="28"/>
                    <a:pt x="121" y="29"/>
                    <a:pt x="121" y="29"/>
                  </a:cubicBezTo>
                  <a:cubicBezTo>
                    <a:pt x="59" y="36"/>
                    <a:pt x="17" y="143"/>
                    <a:pt x="17" y="143"/>
                  </a:cubicBezTo>
                  <a:cubicBezTo>
                    <a:pt x="0" y="191"/>
                    <a:pt x="23" y="198"/>
                    <a:pt x="23" y="198"/>
                  </a:cubicBezTo>
                  <a:cubicBezTo>
                    <a:pt x="42" y="205"/>
                    <a:pt x="64" y="117"/>
                    <a:pt x="64" y="117"/>
                  </a:cubicBezTo>
                  <a:cubicBezTo>
                    <a:pt x="65" y="105"/>
                    <a:pt x="69" y="108"/>
                    <a:pt x="69" y="108"/>
                  </a:cubicBezTo>
                  <a:cubicBezTo>
                    <a:pt x="71" y="113"/>
                    <a:pt x="99" y="130"/>
                    <a:pt x="99" y="130"/>
                  </a:cubicBezTo>
                  <a:cubicBezTo>
                    <a:pt x="157" y="160"/>
                    <a:pt x="202" y="150"/>
                    <a:pt x="227" y="138"/>
                  </a:cubicBezTo>
                  <a:cubicBezTo>
                    <a:pt x="231" y="184"/>
                    <a:pt x="307" y="145"/>
                    <a:pt x="307" y="145"/>
                  </a:cubicBezTo>
                  <a:cubicBezTo>
                    <a:pt x="332" y="130"/>
                    <a:pt x="352" y="116"/>
                    <a:pt x="368" y="102"/>
                  </a:cubicBezTo>
                  <a:cubicBezTo>
                    <a:pt x="369" y="123"/>
                    <a:pt x="379" y="136"/>
                    <a:pt x="379" y="136"/>
                  </a:cubicBezTo>
                  <a:cubicBezTo>
                    <a:pt x="396" y="154"/>
                    <a:pt x="404" y="150"/>
                    <a:pt x="404" y="150"/>
                  </a:cubicBezTo>
                  <a:cubicBezTo>
                    <a:pt x="410" y="146"/>
                    <a:pt x="406" y="144"/>
                    <a:pt x="406" y="144"/>
                  </a:cubicBezTo>
                  <a:moveTo>
                    <a:pt x="380" y="76"/>
                  </a:moveTo>
                  <a:cubicBezTo>
                    <a:pt x="402" y="28"/>
                    <a:pt x="417" y="23"/>
                    <a:pt x="417" y="23"/>
                  </a:cubicBezTo>
                  <a:cubicBezTo>
                    <a:pt x="428" y="19"/>
                    <a:pt x="410" y="47"/>
                    <a:pt x="410" y="47"/>
                  </a:cubicBezTo>
                  <a:cubicBezTo>
                    <a:pt x="399" y="61"/>
                    <a:pt x="389" y="73"/>
                    <a:pt x="378" y="84"/>
                  </a:cubicBezTo>
                  <a:cubicBezTo>
                    <a:pt x="379" y="79"/>
                    <a:pt x="380" y="76"/>
                    <a:pt x="380" y="76"/>
                  </a:cubicBezTo>
                  <a:moveTo>
                    <a:pt x="237" y="123"/>
                  </a:moveTo>
                  <a:cubicBezTo>
                    <a:pt x="246" y="106"/>
                    <a:pt x="253" y="111"/>
                    <a:pt x="253" y="111"/>
                  </a:cubicBezTo>
                  <a:cubicBezTo>
                    <a:pt x="248" y="116"/>
                    <a:pt x="242" y="121"/>
                    <a:pt x="236" y="125"/>
                  </a:cubicBezTo>
                  <a:cubicBezTo>
                    <a:pt x="237" y="124"/>
                    <a:pt x="237" y="123"/>
                    <a:pt x="237" y="123"/>
                  </a:cubicBezTo>
                  <a:moveTo>
                    <a:pt x="69" y="95"/>
                  </a:moveTo>
                  <a:cubicBezTo>
                    <a:pt x="69" y="95"/>
                    <a:pt x="72" y="79"/>
                    <a:pt x="60" y="88"/>
                  </a:cubicBezTo>
                  <a:cubicBezTo>
                    <a:pt x="60" y="88"/>
                    <a:pt x="54" y="91"/>
                    <a:pt x="58" y="97"/>
                  </a:cubicBezTo>
                  <a:cubicBezTo>
                    <a:pt x="58" y="97"/>
                    <a:pt x="48" y="97"/>
                    <a:pt x="57" y="112"/>
                  </a:cubicBezTo>
                  <a:cubicBezTo>
                    <a:pt x="57" y="112"/>
                    <a:pt x="57" y="112"/>
                    <a:pt x="57" y="112"/>
                  </a:cubicBezTo>
                  <a:cubicBezTo>
                    <a:pt x="57" y="112"/>
                    <a:pt x="45" y="156"/>
                    <a:pt x="31" y="181"/>
                  </a:cubicBezTo>
                  <a:cubicBezTo>
                    <a:pt x="31" y="181"/>
                    <a:pt x="25" y="194"/>
                    <a:pt x="22" y="187"/>
                  </a:cubicBezTo>
                  <a:cubicBezTo>
                    <a:pt x="22" y="187"/>
                    <a:pt x="17" y="177"/>
                    <a:pt x="25" y="149"/>
                  </a:cubicBezTo>
                  <a:cubicBezTo>
                    <a:pt x="25" y="149"/>
                    <a:pt x="51" y="59"/>
                    <a:pt x="110" y="40"/>
                  </a:cubicBezTo>
                  <a:cubicBezTo>
                    <a:pt x="110" y="40"/>
                    <a:pt x="133" y="31"/>
                    <a:pt x="122" y="49"/>
                  </a:cubicBezTo>
                  <a:cubicBezTo>
                    <a:pt x="122" y="49"/>
                    <a:pt x="95" y="93"/>
                    <a:pt x="69" y="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Freeform 93"/>
            <p:cNvSpPr>
              <a:spLocks noEditPoints="1"/>
            </p:cNvSpPr>
            <p:nvPr userDrawn="1"/>
          </p:nvSpPr>
          <p:spPr bwMode="auto">
            <a:xfrm>
              <a:off x="3392488" y="2813050"/>
              <a:ext cx="1863725" cy="542925"/>
            </a:xfrm>
            <a:custGeom>
              <a:avLst/>
              <a:gdLst>
                <a:gd name="T0" fmla="*/ 2147483647 w 587"/>
                <a:gd name="T1" fmla="*/ 2147483647 h 171"/>
                <a:gd name="T2" fmla="*/ 2147483647 w 587"/>
                <a:gd name="T3" fmla="*/ 2147483647 h 171"/>
                <a:gd name="T4" fmla="*/ 2147483647 w 587"/>
                <a:gd name="T5" fmla="*/ 2147483647 h 171"/>
                <a:gd name="T6" fmla="*/ 2147483647 w 587"/>
                <a:gd name="T7" fmla="*/ 2147483647 h 171"/>
                <a:gd name="T8" fmla="*/ 2147483647 w 587"/>
                <a:gd name="T9" fmla="*/ 2147483647 h 171"/>
                <a:gd name="T10" fmla="*/ 2147483647 w 587"/>
                <a:gd name="T11" fmla="*/ 2147483647 h 171"/>
                <a:gd name="T12" fmla="*/ 2147483647 w 587"/>
                <a:gd name="T13" fmla="*/ 2147483647 h 171"/>
                <a:gd name="T14" fmla="*/ 2147483647 w 587"/>
                <a:gd name="T15" fmla="*/ 2147483647 h 171"/>
                <a:gd name="T16" fmla="*/ 2147483647 w 587"/>
                <a:gd name="T17" fmla="*/ 2147483647 h 171"/>
                <a:gd name="T18" fmla="*/ 2147483647 w 587"/>
                <a:gd name="T19" fmla="*/ 2147483647 h 171"/>
                <a:gd name="T20" fmla="*/ 2147483647 w 587"/>
                <a:gd name="T21" fmla="*/ 2147483647 h 171"/>
                <a:gd name="T22" fmla="*/ 2147483647 w 587"/>
                <a:gd name="T23" fmla="*/ 2147483647 h 171"/>
                <a:gd name="T24" fmla="*/ 2147483647 w 587"/>
                <a:gd name="T25" fmla="*/ 2147483647 h 171"/>
                <a:gd name="T26" fmla="*/ 2147483647 w 587"/>
                <a:gd name="T27" fmla="*/ 2147483647 h 171"/>
                <a:gd name="T28" fmla="*/ 2147483647 w 587"/>
                <a:gd name="T29" fmla="*/ 2147483647 h 171"/>
                <a:gd name="T30" fmla="*/ 2147483647 w 587"/>
                <a:gd name="T31" fmla="*/ 2147483647 h 171"/>
                <a:gd name="T32" fmla="*/ 2147483647 w 587"/>
                <a:gd name="T33" fmla="*/ 2147483647 h 171"/>
                <a:gd name="T34" fmla="*/ 2147483647 w 587"/>
                <a:gd name="T35" fmla="*/ 2147483647 h 171"/>
                <a:gd name="T36" fmla="*/ 2147483647 w 587"/>
                <a:gd name="T37" fmla="*/ 2147483647 h 171"/>
                <a:gd name="T38" fmla="*/ 2147483647 w 587"/>
                <a:gd name="T39" fmla="*/ 2147483647 h 171"/>
                <a:gd name="T40" fmla="*/ 2147483647 w 587"/>
                <a:gd name="T41" fmla="*/ 2147483647 h 171"/>
                <a:gd name="T42" fmla="*/ 2147483647 w 587"/>
                <a:gd name="T43" fmla="*/ 2147483647 h 171"/>
                <a:gd name="T44" fmla="*/ 2147483647 w 587"/>
                <a:gd name="T45" fmla="*/ 2147483647 h 171"/>
                <a:gd name="T46" fmla="*/ 2147483647 w 587"/>
                <a:gd name="T47" fmla="*/ 2147483647 h 171"/>
                <a:gd name="T48" fmla="*/ 2147483647 w 587"/>
                <a:gd name="T49" fmla="*/ 2147483647 h 171"/>
                <a:gd name="T50" fmla="*/ 2147483647 w 587"/>
                <a:gd name="T51" fmla="*/ 2147483647 h 171"/>
                <a:gd name="T52" fmla="*/ 2147483647 w 587"/>
                <a:gd name="T53" fmla="*/ 2147483647 h 171"/>
                <a:gd name="T54" fmla="*/ 2147483647 w 587"/>
                <a:gd name="T55" fmla="*/ 2147483647 h 171"/>
                <a:gd name="T56" fmla="*/ 2147483647 w 587"/>
                <a:gd name="T57" fmla="*/ 2147483647 h 171"/>
                <a:gd name="T58" fmla="*/ 2147483647 w 587"/>
                <a:gd name="T59" fmla="*/ 2147483647 h 171"/>
                <a:gd name="T60" fmla="*/ 2147483647 w 587"/>
                <a:gd name="T61" fmla="*/ 2147483647 h 171"/>
                <a:gd name="T62" fmla="*/ 2147483647 w 587"/>
                <a:gd name="T63" fmla="*/ 2147483647 h 171"/>
                <a:gd name="T64" fmla="*/ 2147483647 w 587"/>
                <a:gd name="T65" fmla="*/ 2147483647 h 171"/>
                <a:gd name="T66" fmla="*/ 2147483647 w 587"/>
                <a:gd name="T67" fmla="*/ 2147483647 h 171"/>
                <a:gd name="T68" fmla="*/ 2147483647 w 587"/>
                <a:gd name="T69" fmla="*/ 2147483647 h 171"/>
                <a:gd name="T70" fmla="*/ 2147483647 w 587"/>
                <a:gd name="T71" fmla="*/ 2147483647 h 171"/>
                <a:gd name="T72" fmla="*/ 2147483647 w 587"/>
                <a:gd name="T73" fmla="*/ 2147483647 h 171"/>
                <a:gd name="T74" fmla="*/ 2147483647 w 587"/>
                <a:gd name="T75" fmla="*/ 2147483647 h 171"/>
                <a:gd name="T76" fmla="*/ 2147483647 w 587"/>
                <a:gd name="T77" fmla="*/ 2147483647 h 171"/>
                <a:gd name="T78" fmla="*/ 2147483647 w 587"/>
                <a:gd name="T79" fmla="*/ 2147483647 h 171"/>
                <a:gd name="T80" fmla="*/ 2147483647 w 587"/>
                <a:gd name="T81" fmla="*/ 2147483647 h 171"/>
                <a:gd name="T82" fmla="*/ 2147483647 w 587"/>
                <a:gd name="T83" fmla="*/ 2147483647 h 171"/>
                <a:gd name="T84" fmla="*/ 2147483647 w 587"/>
                <a:gd name="T85" fmla="*/ 2147483647 h 171"/>
                <a:gd name="T86" fmla="*/ 2147483647 w 587"/>
                <a:gd name="T87" fmla="*/ 2147483647 h 171"/>
                <a:gd name="T88" fmla="*/ 2147483647 w 587"/>
                <a:gd name="T89" fmla="*/ 2147483647 h 171"/>
                <a:gd name="T90" fmla="*/ 2147483647 w 587"/>
                <a:gd name="T91" fmla="*/ 2147483647 h 171"/>
                <a:gd name="T92" fmla="*/ 2147483647 w 587"/>
                <a:gd name="T93" fmla="*/ 2147483647 h 171"/>
                <a:gd name="T94" fmla="*/ 2147483647 w 587"/>
                <a:gd name="T95" fmla="*/ 2147483647 h 171"/>
                <a:gd name="T96" fmla="*/ 2147483647 w 587"/>
                <a:gd name="T97" fmla="*/ 2147483647 h 171"/>
                <a:gd name="T98" fmla="*/ 2147483647 w 587"/>
                <a:gd name="T99" fmla="*/ 2147483647 h 171"/>
                <a:gd name="T100" fmla="*/ 2147483647 w 587"/>
                <a:gd name="T101" fmla="*/ 2147483647 h 171"/>
                <a:gd name="T102" fmla="*/ 2147483647 w 587"/>
                <a:gd name="T103" fmla="*/ 2147483647 h 171"/>
                <a:gd name="T104" fmla="*/ 2147483647 w 587"/>
                <a:gd name="T105" fmla="*/ 2147483647 h 171"/>
                <a:gd name="T106" fmla="*/ 2147483647 w 587"/>
                <a:gd name="T107" fmla="*/ 2147483647 h 171"/>
                <a:gd name="T108" fmla="*/ 2147483647 w 587"/>
                <a:gd name="T109" fmla="*/ 2147483647 h 171"/>
                <a:gd name="T110" fmla="*/ 2147483647 w 587"/>
                <a:gd name="T111" fmla="*/ 2147483647 h 17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87" h="171">
                  <a:moveTo>
                    <a:pt x="518" y="69"/>
                  </a:moveTo>
                  <a:cubicBezTo>
                    <a:pt x="518" y="69"/>
                    <a:pt x="516" y="71"/>
                    <a:pt x="511" y="62"/>
                  </a:cubicBezTo>
                  <a:cubicBezTo>
                    <a:pt x="511" y="62"/>
                    <a:pt x="500" y="42"/>
                    <a:pt x="432" y="47"/>
                  </a:cubicBezTo>
                  <a:cubicBezTo>
                    <a:pt x="432" y="47"/>
                    <a:pt x="418" y="47"/>
                    <a:pt x="407" y="45"/>
                  </a:cubicBezTo>
                  <a:cubicBezTo>
                    <a:pt x="407" y="45"/>
                    <a:pt x="396" y="43"/>
                    <a:pt x="395" y="52"/>
                  </a:cubicBezTo>
                  <a:cubicBezTo>
                    <a:pt x="395" y="52"/>
                    <a:pt x="394" y="57"/>
                    <a:pt x="407" y="57"/>
                  </a:cubicBezTo>
                  <a:cubicBezTo>
                    <a:pt x="407" y="57"/>
                    <a:pt x="440" y="52"/>
                    <a:pt x="441" y="71"/>
                  </a:cubicBezTo>
                  <a:cubicBezTo>
                    <a:pt x="441" y="71"/>
                    <a:pt x="441" y="87"/>
                    <a:pt x="407" y="89"/>
                  </a:cubicBezTo>
                  <a:cubicBezTo>
                    <a:pt x="407" y="89"/>
                    <a:pt x="385" y="90"/>
                    <a:pt x="380" y="79"/>
                  </a:cubicBezTo>
                  <a:cubicBezTo>
                    <a:pt x="380" y="79"/>
                    <a:pt x="379" y="77"/>
                    <a:pt x="381" y="69"/>
                  </a:cubicBezTo>
                  <a:cubicBezTo>
                    <a:pt x="381" y="69"/>
                    <a:pt x="383" y="63"/>
                    <a:pt x="377" y="63"/>
                  </a:cubicBezTo>
                  <a:cubicBezTo>
                    <a:pt x="377" y="63"/>
                    <a:pt x="373" y="60"/>
                    <a:pt x="370" y="67"/>
                  </a:cubicBezTo>
                  <a:cubicBezTo>
                    <a:pt x="370" y="67"/>
                    <a:pt x="330" y="99"/>
                    <a:pt x="297" y="89"/>
                  </a:cubicBezTo>
                  <a:cubicBezTo>
                    <a:pt x="297" y="89"/>
                    <a:pt x="281" y="84"/>
                    <a:pt x="289" y="61"/>
                  </a:cubicBezTo>
                  <a:cubicBezTo>
                    <a:pt x="289" y="61"/>
                    <a:pt x="298" y="46"/>
                    <a:pt x="290" y="46"/>
                  </a:cubicBezTo>
                  <a:cubicBezTo>
                    <a:pt x="290" y="46"/>
                    <a:pt x="286" y="45"/>
                    <a:pt x="285" y="53"/>
                  </a:cubicBezTo>
                  <a:cubicBezTo>
                    <a:pt x="285" y="53"/>
                    <a:pt x="243" y="106"/>
                    <a:pt x="201" y="107"/>
                  </a:cubicBezTo>
                  <a:cubicBezTo>
                    <a:pt x="201" y="107"/>
                    <a:pt x="177" y="110"/>
                    <a:pt x="199" y="66"/>
                  </a:cubicBezTo>
                  <a:cubicBezTo>
                    <a:pt x="199" y="66"/>
                    <a:pt x="212" y="43"/>
                    <a:pt x="232" y="31"/>
                  </a:cubicBezTo>
                  <a:cubicBezTo>
                    <a:pt x="232" y="31"/>
                    <a:pt x="278" y="7"/>
                    <a:pt x="279" y="6"/>
                  </a:cubicBezTo>
                  <a:cubicBezTo>
                    <a:pt x="280" y="5"/>
                    <a:pt x="283" y="4"/>
                    <a:pt x="281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2"/>
                    <a:pt x="277" y="0"/>
                    <a:pt x="272" y="2"/>
                  </a:cubicBezTo>
                  <a:cubicBezTo>
                    <a:pt x="233" y="21"/>
                    <a:pt x="233" y="21"/>
                    <a:pt x="233" y="21"/>
                  </a:cubicBezTo>
                  <a:cubicBezTo>
                    <a:pt x="233" y="21"/>
                    <a:pt x="238" y="4"/>
                    <a:pt x="227" y="9"/>
                  </a:cubicBezTo>
                  <a:cubicBezTo>
                    <a:pt x="227" y="9"/>
                    <a:pt x="212" y="22"/>
                    <a:pt x="195" y="55"/>
                  </a:cubicBezTo>
                  <a:cubicBezTo>
                    <a:pt x="195" y="55"/>
                    <a:pt x="131" y="120"/>
                    <a:pt x="100" y="116"/>
                  </a:cubicBezTo>
                  <a:cubicBezTo>
                    <a:pt x="100" y="116"/>
                    <a:pt x="80" y="117"/>
                    <a:pt x="88" y="83"/>
                  </a:cubicBezTo>
                  <a:cubicBezTo>
                    <a:pt x="88" y="83"/>
                    <a:pt x="89" y="80"/>
                    <a:pt x="83" y="79"/>
                  </a:cubicBezTo>
                  <a:cubicBezTo>
                    <a:pt x="83" y="79"/>
                    <a:pt x="79" y="77"/>
                    <a:pt x="73" y="86"/>
                  </a:cubicBezTo>
                  <a:cubicBezTo>
                    <a:pt x="73" y="86"/>
                    <a:pt x="69" y="94"/>
                    <a:pt x="58" y="101"/>
                  </a:cubicBezTo>
                  <a:cubicBezTo>
                    <a:pt x="58" y="101"/>
                    <a:pt x="77" y="79"/>
                    <a:pt x="62" y="65"/>
                  </a:cubicBezTo>
                  <a:cubicBezTo>
                    <a:pt x="62" y="65"/>
                    <a:pt x="44" y="49"/>
                    <a:pt x="17" y="87"/>
                  </a:cubicBezTo>
                  <a:cubicBezTo>
                    <a:pt x="17" y="87"/>
                    <a:pt x="0" y="113"/>
                    <a:pt x="14" y="123"/>
                  </a:cubicBezTo>
                  <a:cubicBezTo>
                    <a:pt x="14" y="123"/>
                    <a:pt x="29" y="136"/>
                    <a:pt x="79" y="91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1" y="90"/>
                    <a:pt x="66" y="139"/>
                    <a:pt x="119" y="122"/>
                  </a:cubicBezTo>
                  <a:cubicBezTo>
                    <a:pt x="119" y="122"/>
                    <a:pt x="152" y="109"/>
                    <a:pt x="184" y="77"/>
                  </a:cubicBezTo>
                  <a:cubicBezTo>
                    <a:pt x="184" y="77"/>
                    <a:pt x="157" y="171"/>
                    <a:pt x="277" y="72"/>
                  </a:cubicBezTo>
                  <a:cubicBezTo>
                    <a:pt x="277" y="72"/>
                    <a:pt x="270" y="111"/>
                    <a:pt x="332" y="97"/>
                  </a:cubicBezTo>
                  <a:cubicBezTo>
                    <a:pt x="332" y="97"/>
                    <a:pt x="355" y="90"/>
                    <a:pt x="371" y="78"/>
                  </a:cubicBezTo>
                  <a:cubicBezTo>
                    <a:pt x="371" y="78"/>
                    <a:pt x="372" y="101"/>
                    <a:pt x="412" y="99"/>
                  </a:cubicBezTo>
                  <a:cubicBezTo>
                    <a:pt x="412" y="99"/>
                    <a:pt x="435" y="99"/>
                    <a:pt x="446" y="80"/>
                  </a:cubicBezTo>
                  <a:cubicBezTo>
                    <a:pt x="446" y="80"/>
                    <a:pt x="454" y="64"/>
                    <a:pt x="437" y="56"/>
                  </a:cubicBezTo>
                  <a:cubicBezTo>
                    <a:pt x="437" y="56"/>
                    <a:pt x="515" y="54"/>
                    <a:pt x="506" y="77"/>
                  </a:cubicBezTo>
                  <a:cubicBezTo>
                    <a:pt x="506" y="77"/>
                    <a:pt x="490" y="100"/>
                    <a:pt x="502" y="98"/>
                  </a:cubicBezTo>
                  <a:cubicBezTo>
                    <a:pt x="502" y="98"/>
                    <a:pt x="508" y="98"/>
                    <a:pt x="519" y="77"/>
                  </a:cubicBezTo>
                  <a:cubicBezTo>
                    <a:pt x="519" y="77"/>
                    <a:pt x="545" y="46"/>
                    <a:pt x="564" y="59"/>
                  </a:cubicBezTo>
                  <a:cubicBezTo>
                    <a:pt x="564" y="59"/>
                    <a:pt x="572" y="67"/>
                    <a:pt x="560" y="84"/>
                  </a:cubicBezTo>
                  <a:cubicBezTo>
                    <a:pt x="560" y="84"/>
                    <a:pt x="547" y="103"/>
                    <a:pt x="556" y="98"/>
                  </a:cubicBezTo>
                  <a:cubicBezTo>
                    <a:pt x="556" y="98"/>
                    <a:pt x="587" y="67"/>
                    <a:pt x="573" y="51"/>
                  </a:cubicBezTo>
                  <a:cubicBezTo>
                    <a:pt x="573" y="51"/>
                    <a:pt x="558" y="32"/>
                    <a:pt x="518" y="69"/>
                  </a:cubicBezTo>
                  <a:moveTo>
                    <a:pt x="20" y="105"/>
                  </a:moveTo>
                  <a:cubicBezTo>
                    <a:pt x="20" y="105"/>
                    <a:pt x="18" y="88"/>
                    <a:pt x="45" y="73"/>
                  </a:cubicBezTo>
                  <a:cubicBezTo>
                    <a:pt x="45" y="73"/>
                    <a:pt x="77" y="60"/>
                    <a:pt x="49" y="105"/>
                  </a:cubicBezTo>
                  <a:cubicBezTo>
                    <a:pt x="49" y="105"/>
                    <a:pt x="22" y="125"/>
                    <a:pt x="20" y="1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" name="Freeform 94"/>
            <p:cNvSpPr>
              <a:spLocks noEditPoints="1"/>
            </p:cNvSpPr>
            <p:nvPr userDrawn="1"/>
          </p:nvSpPr>
          <p:spPr bwMode="auto">
            <a:xfrm>
              <a:off x="5249863" y="2641600"/>
              <a:ext cx="1736725" cy="1060450"/>
            </a:xfrm>
            <a:custGeom>
              <a:avLst/>
              <a:gdLst>
                <a:gd name="T0" fmla="*/ 2147483647 w 547"/>
                <a:gd name="T1" fmla="*/ 2147483647 h 334"/>
                <a:gd name="T2" fmla="*/ 2147483647 w 547"/>
                <a:gd name="T3" fmla="*/ 2147483647 h 334"/>
                <a:gd name="T4" fmla="*/ 2147483647 w 547"/>
                <a:gd name="T5" fmla="*/ 2147483647 h 334"/>
                <a:gd name="T6" fmla="*/ 2147483647 w 547"/>
                <a:gd name="T7" fmla="*/ 2147483647 h 334"/>
                <a:gd name="T8" fmla="*/ 2147483647 w 547"/>
                <a:gd name="T9" fmla="*/ 2147483647 h 334"/>
                <a:gd name="T10" fmla="*/ 2147483647 w 547"/>
                <a:gd name="T11" fmla="*/ 2147483647 h 334"/>
                <a:gd name="T12" fmla="*/ 2147483647 w 547"/>
                <a:gd name="T13" fmla="*/ 2147483647 h 334"/>
                <a:gd name="T14" fmla="*/ 2147483647 w 547"/>
                <a:gd name="T15" fmla="*/ 2147483647 h 334"/>
                <a:gd name="T16" fmla="*/ 2147483647 w 547"/>
                <a:gd name="T17" fmla="*/ 2147483647 h 334"/>
                <a:gd name="T18" fmla="*/ 2147483647 w 547"/>
                <a:gd name="T19" fmla="*/ 2147483647 h 334"/>
                <a:gd name="T20" fmla="*/ 2147483647 w 547"/>
                <a:gd name="T21" fmla="*/ 2147483647 h 334"/>
                <a:gd name="T22" fmla="*/ 2147483647 w 547"/>
                <a:gd name="T23" fmla="*/ 2147483647 h 334"/>
                <a:gd name="T24" fmla="*/ 2147483647 w 547"/>
                <a:gd name="T25" fmla="*/ 2147483647 h 334"/>
                <a:gd name="T26" fmla="*/ 2147483647 w 547"/>
                <a:gd name="T27" fmla="*/ 2147483647 h 334"/>
                <a:gd name="T28" fmla="*/ 2147483647 w 547"/>
                <a:gd name="T29" fmla="*/ 2147483647 h 334"/>
                <a:gd name="T30" fmla="*/ 2147483647 w 547"/>
                <a:gd name="T31" fmla="*/ 2147483647 h 334"/>
                <a:gd name="T32" fmla="*/ 2147483647 w 547"/>
                <a:gd name="T33" fmla="*/ 2147483647 h 334"/>
                <a:gd name="T34" fmla="*/ 2147483647 w 547"/>
                <a:gd name="T35" fmla="*/ 2147483647 h 334"/>
                <a:gd name="T36" fmla="*/ 2147483647 w 547"/>
                <a:gd name="T37" fmla="*/ 2147483647 h 334"/>
                <a:gd name="T38" fmla="*/ 2147483647 w 547"/>
                <a:gd name="T39" fmla="*/ 2147483647 h 334"/>
                <a:gd name="T40" fmla="*/ 2147483647 w 547"/>
                <a:gd name="T41" fmla="*/ 2147483647 h 334"/>
                <a:gd name="T42" fmla="*/ 2147483647 w 547"/>
                <a:gd name="T43" fmla="*/ 2147483647 h 334"/>
                <a:gd name="T44" fmla="*/ 2147483647 w 547"/>
                <a:gd name="T45" fmla="*/ 2147483647 h 334"/>
                <a:gd name="T46" fmla="*/ 2147483647 w 547"/>
                <a:gd name="T47" fmla="*/ 2147483647 h 334"/>
                <a:gd name="T48" fmla="*/ 2147483647 w 547"/>
                <a:gd name="T49" fmla="*/ 2147483647 h 334"/>
                <a:gd name="T50" fmla="*/ 2147483647 w 547"/>
                <a:gd name="T51" fmla="*/ 2147483647 h 334"/>
                <a:gd name="T52" fmla="*/ 2147483647 w 547"/>
                <a:gd name="T53" fmla="*/ 2147483647 h 334"/>
                <a:gd name="T54" fmla="*/ 2147483647 w 547"/>
                <a:gd name="T55" fmla="*/ 2147483647 h 334"/>
                <a:gd name="T56" fmla="*/ 2147483647 w 547"/>
                <a:gd name="T57" fmla="*/ 2147483647 h 334"/>
                <a:gd name="T58" fmla="*/ 2147483647 w 547"/>
                <a:gd name="T59" fmla="*/ 2147483647 h 334"/>
                <a:gd name="T60" fmla="*/ 2147483647 w 547"/>
                <a:gd name="T61" fmla="*/ 2147483647 h 334"/>
                <a:gd name="T62" fmla="*/ 2147483647 w 547"/>
                <a:gd name="T63" fmla="*/ 2147483647 h 334"/>
                <a:gd name="T64" fmla="*/ 2147483647 w 547"/>
                <a:gd name="T65" fmla="*/ 2147483647 h 334"/>
                <a:gd name="T66" fmla="*/ 2147483647 w 547"/>
                <a:gd name="T67" fmla="*/ 2147483647 h 334"/>
                <a:gd name="T68" fmla="*/ 2147483647 w 547"/>
                <a:gd name="T69" fmla="*/ 2147483647 h 334"/>
                <a:gd name="T70" fmla="*/ 2147483647 w 547"/>
                <a:gd name="T71" fmla="*/ 2147483647 h 334"/>
                <a:gd name="T72" fmla="*/ 2147483647 w 547"/>
                <a:gd name="T73" fmla="*/ 2147483647 h 334"/>
                <a:gd name="T74" fmla="*/ 2147483647 w 547"/>
                <a:gd name="T75" fmla="*/ 2147483647 h 334"/>
                <a:gd name="T76" fmla="*/ 2147483647 w 547"/>
                <a:gd name="T77" fmla="*/ 2147483647 h 334"/>
                <a:gd name="T78" fmla="*/ 2147483647 w 547"/>
                <a:gd name="T79" fmla="*/ 2147483647 h 334"/>
                <a:gd name="T80" fmla="*/ 2147483647 w 547"/>
                <a:gd name="T81" fmla="*/ 2147483647 h 334"/>
                <a:gd name="T82" fmla="*/ 2147483647 w 547"/>
                <a:gd name="T83" fmla="*/ 2147483647 h 334"/>
                <a:gd name="T84" fmla="*/ 2147483647 w 547"/>
                <a:gd name="T85" fmla="*/ 2147483647 h 334"/>
                <a:gd name="T86" fmla="*/ 2147483647 w 547"/>
                <a:gd name="T87" fmla="*/ 2147483647 h 334"/>
                <a:gd name="T88" fmla="*/ 2147483647 w 547"/>
                <a:gd name="T89" fmla="*/ 2147483647 h 334"/>
                <a:gd name="T90" fmla="*/ 2147483647 w 547"/>
                <a:gd name="T91" fmla="*/ 2147483647 h 334"/>
                <a:gd name="T92" fmla="*/ 2147483647 w 547"/>
                <a:gd name="T93" fmla="*/ 2147483647 h 334"/>
                <a:gd name="T94" fmla="*/ 2147483647 w 547"/>
                <a:gd name="T95" fmla="*/ 2147483647 h 334"/>
                <a:gd name="T96" fmla="*/ 2147483647 w 547"/>
                <a:gd name="T97" fmla="*/ 2147483647 h 334"/>
                <a:gd name="T98" fmla="*/ 2147483647 w 547"/>
                <a:gd name="T99" fmla="*/ 2147483647 h 334"/>
                <a:gd name="T100" fmla="*/ 2147483647 w 547"/>
                <a:gd name="T101" fmla="*/ 2147483647 h 334"/>
                <a:gd name="T102" fmla="*/ 2147483647 w 547"/>
                <a:gd name="T103" fmla="*/ 2147483647 h 334"/>
                <a:gd name="T104" fmla="*/ 2147483647 w 547"/>
                <a:gd name="T105" fmla="*/ 2147483647 h 334"/>
                <a:gd name="T106" fmla="*/ 2147483647 w 547"/>
                <a:gd name="T107" fmla="*/ 2147483647 h 334"/>
                <a:gd name="T108" fmla="*/ 2147483647 w 547"/>
                <a:gd name="T109" fmla="*/ 2147483647 h 334"/>
                <a:gd name="T110" fmla="*/ 2147483647 w 547"/>
                <a:gd name="T111" fmla="*/ 2147483647 h 334"/>
                <a:gd name="T112" fmla="*/ 2147483647 w 547"/>
                <a:gd name="T113" fmla="*/ 2147483647 h 334"/>
                <a:gd name="T114" fmla="*/ 2147483647 w 547"/>
                <a:gd name="T115" fmla="*/ 2147483647 h 334"/>
                <a:gd name="T116" fmla="*/ 2147483647 w 547"/>
                <a:gd name="T117" fmla="*/ 2147483647 h 334"/>
                <a:gd name="T118" fmla="*/ 2147483647 w 547"/>
                <a:gd name="T119" fmla="*/ 2147483647 h 334"/>
                <a:gd name="T120" fmla="*/ 2147483647 w 547"/>
                <a:gd name="T121" fmla="*/ 2147483647 h 334"/>
                <a:gd name="T122" fmla="*/ 2147483647 w 547"/>
                <a:gd name="T123" fmla="*/ 2147483647 h 3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47" h="334">
                  <a:moveTo>
                    <a:pt x="530" y="96"/>
                  </a:moveTo>
                  <a:cubicBezTo>
                    <a:pt x="492" y="54"/>
                    <a:pt x="435" y="85"/>
                    <a:pt x="435" y="85"/>
                  </a:cubicBezTo>
                  <a:cubicBezTo>
                    <a:pt x="427" y="83"/>
                    <a:pt x="425" y="88"/>
                    <a:pt x="425" y="88"/>
                  </a:cubicBezTo>
                  <a:cubicBezTo>
                    <a:pt x="393" y="114"/>
                    <a:pt x="359" y="121"/>
                    <a:pt x="359" y="121"/>
                  </a:cubicBezTo>
                  <a:cubicBezTo>
                    <a:pt x="328" y="127"/>
                    <a:pt x="333" y="102"/>
                    <a:pt x="333" y="102"/>
                  </a:cubicBezTo>
                  <a:cubicBezTo>
                    <a:pt x="333" y="89"/>
                    <a:pt x="324" y="99"/>
                    <a:pt x="324" y="99"/>
                  </a:cubicBezTo>
                  <a:cubicBezTo>
                    <a:pt x="318" y="107"/>
                    <a:pt x="298" y="118"/>
                    <a:pt x="298" y="118"/>
                  </a:cubicBezTo>
                  <a:cubicBezTo>
                    <a:pt x="257" y="139"/>
                    <a:pt x="245" y="113"/>
                    <a:pt x="245" y="113"/>
                  </a:cubicBezTo>
                  <a:cubicBezTo>
                    <a:pt x="237" y="94"/>
                    <a:pt x="237" y="94"/>
                    <a:pt x="237" y="94"/>
                  </a:cubicBezTo>
                  <a:cubicBezTo>
                    <a:pt x="228" y="71"/>
                    <a:pt x="195" y="120"/>
                    <a:pt x="195" y="120"/>
                  </a:cubicBezTo>
                  <a:cubicBezTo>
                    <a:pt x="185" y="137"/>
                    <a:pt x="183" y="135"/>
                    <a:pt x="183" y="135"/>
                  </a:cubicBezTo>
                  <a:cubicBezTo>
                    <a:pt x="190" y="110"/>
                    <a:pt x="218" y="68"/>
                    <a:pt x="218" y="68"/>
                  </a:cubicBezTo>
                  <a:cubicBezTo>
                    <a:pt x="239" y="31"/>
                    <a:pt x="233" y="12"/>
                    <a:pt x="233" y="12"/>
                  </a:cubicBezTo>
                  <a:cubicBezTo>
                    <a:pt x="228" y="0"/>
                    <a:pt x="223" y="16"/>
                    <a:pt x="223" y="16"/>
                  </a:cubicBezTo>
                  <a:cubicBezTo>
                    <a:pt x="221" y="29"/>
                    <a:pt x="214" y="46"/>
                    <a:pt x="214" y="46"/>
                  </a:cubicBezTo>
                  <a:cubicBezTo>
                    <a:pt x="204" y="73"/>
                    <a:pt x="194" y="86"/>
                    <a:pt x="194" y="86"/>
                  </a:cubicBezTo>
                  <a:cubicBezTo>
                    <a:pt x="147" y="117"/>
                    <a:pt x="116" y="124"/>
                    <a:pt x="97" y="124"/>
                  </a:cubicBezTo>
                  <a:cubicBezTo>
                    <a:pt x="100" y="109"/>
                    <a:pt x="99" y="96"/>
                    <a:pt x="99" y="96"/>
                  </a:cubicBezTo>
                  <a:cubicBezTo>
                    <a:pt x="96" y="67"/>
                    <a:pt x="73" y="72"/>
                    <a:pt x="73" y="72"/>
                  </a:cubicBezTo>
                  <a:cubicBezTo>
                    <a:pt x="35" y="77"/>
                    <a:pt x="10" y="129"/>
                    <a:pt x="10" y="129"/>
                  </a:cubicBezTo>
                  <a:cubicBezTo>
                    <a:pt x="0" y="154"/>
                    <a:pt x="15" y="152"/>
                    <a:pt x="15" y="152"/>
                  </a:cubicBezTo>
                  <a:cubicBezTo>
                    <a:pt x="25" y="149"/>
                    <a:pt x="17" y="144"/>
                    <a:pt x="17" y="144"/>
                  </a:cubicBezTo>
                  <a:cubicBezTo>
                    <a:pt x="17" y="130"/>
                    <a:pt x="34" y="110"/>
                    <a:pt x="34" y="110"/>
                  </a:cubicBezTo>
                  <a:cubicBezTo>
                    <a:pt x="72" y="70"/>
                    <a:pt x="81" y="83"/>
                    <a:pt x="81" y="83"/>
                  </a:cubicBezTo>
                  <a:cubicBezTo>
                    <a:pt x="80" y="83"/>
                    <a:pt x="92" y="89"/>
                    <a:pt x="88" y="114"/>
                  </a:cubicBezTo>
                  <a:cubicBezTo>
                    <a:pt x="88" y="118"/>
                    <a:pt x="87" y="121"/>
                    <a:pt x="87" y="124"/>
                  </a:cubicBezTo>
                  <a:cubicBezTo>
                    <a:pt x="79" y="123"/>
                    <a:pt x="75" y="121"/>
                    <a:pt x="75" y="121"/>
                  </a:cubicBezTo>
                  <a:cubicBezTo>
                    <a:pt x="69" y="115"/>
                    <a:pt x="67" y="117"/>
                    <a:pt x="67" y="117"/>
                  </a:cubicBezTo>
                  <a:cubicBezTo>
                    <a:pt x="50" y="123"/>
                    <a:pt x="65" y="150"/>
                    <a:pt x="65" y="150"/>
                  </a:cubicBezTo>
                  <a:cubicBezTo>
                    <a:pt x="77" y="167"/>
                    <a:pt x="89" y="146"/>
                    <a:pt x="89" y="146"/>
                  </a:cubicBezTo>
                  <a:cubicBezTo>
                    <a:pt x="91" y="142"/>
                    <a:pt x="93" y="139"/>
                    <a:pt x="94" y="135"/>
                  </a:cubicBezTo>
                  <a:cubicBezTo>
                    <a:pt x="135" y="134"/>
                    <a:pt x="186" y="103"/>
                    <a:pt x="186" y="103"/>
                  </a:cubicBezTo>
                  <a:cubicBezTo>
                    <a:pt x="185" y="112"/>
                    <a:pt x="177" y="126"/>
                    <a:pt x="177" y="126"/>
                  </a:cubicBezTo>
                  <a:cubicBezTo>
                    <a:pt x="161" y="155"/>
                    <a:pt x="166" y="154"/>
                    <a:pt x="166" y="154"/>
                  </a:cubicBezTo>
                  <a:cubicBezTo>
                    <a:pt x="171" y="165"/>
                    <a:pt x="180" y="149"/>
                    <a:pt x="180" y="149"/>
                  </a:cubicBezTo>
                  <a:cubicBezTo>
                    <a:pt x="230" y="82"/>
                    <a:pt x="230" y="100"/>
                    <a:pt x="230" y="100"/>
                  </a:cubicBezTo>
                  <a:cubicBezTo>
                    <a:pt x="233" y="109"/>
                    <a:pt x="233" y="109"/>
                    <a:pt x="233" y="109"/>
                  </a:cubicBezTo>
                  <a:cubicBezTo>
                    <a:pt x="257" y="165"/>
                    <a:pt x="321" y="111"/>
                    <a:pt x="321" y="111"/>
                  </a:cubicBezTo>
                  <a:cubicBezTo>
                    <a:pt x="337" y="152"/>
                    <a:pt x="393" y="117"/>
                    <a:pt x="393" y="117"/>
                  </a:cubicBezTo>
                  <a:cubicBezTo>
                    <a:pt x="332" y="198"/>
                    <a:pt x="323" y="285"/>
                    <a:pt x="323" y="285"/>
                  </a:cubicBezTo>
                  <a:cubicBezTo>
                    <a:pt x="319" y="317"/>
                    <a:pt x="333" y="321"/>
                    <a:pt x="333" y="321"/>
                  </a:cubicBezTo>
                  <a:cubicBezTo>
                    <a:pt x="368" y="334"/>
                    <a:pt x="391" y="235"/>
                    <a:pt x="391" y="235"/>
                  </a:cubicBezTo>
                  <a:cubicBezTo>
                    <a:pt x="424" y="121"/>
                    <a:pt x="424" y="121"/>
                    <a:pt x="424" y="121"/>
                  </a:cubicBezTo>
                  <a:cubicBezTo>
                    <a:pt x="429" y="100"/>
                    <a:pt x="432" y="100"/>
                    <a:pt x="432" y="100"/>
                  </a:cubicBezTo>
                  <a:cubicBezTo>
                    <a:pt x="434" y="97"/>
                    <a:pt x="435" y="96"/>
                    <a:pt x="435" y="96"/>
                  </a:cubicBezTo>
                  <a:cubicBezTo>
                    <a:pt x="437" y="94"/>
                    <a:pt x="438" y="94"/>
                    <a:pt x="438" y="94"/>
                  </a:cubicBezTo>
                  <a:cubicBezTo>
                    <a:pt x="485" y="70"/>
                    <a:pt x="510" y="92"/>
                    <a:pt x="510" y="92"/>
                  </a:cubicBezTo>
                  <a:cubicBezTo>
                    <a:pt x="540" y="114"/>
                    <a:pt x="524" y="134"/>
                    <a:pt x="524" y="134"/>
                  </a:cubicBezTo>
                  <a:cubicBezTo>
                    <a:pt x="496" y="163"/>
                    <a:pt x="461" y="149"/>
                    <a:pt x="461" y="149"/>
                  </a:cubicBezTo>
                  <a:cubicBezTo>
                    <a:pt x="447" y="142"/>
                    <a:pt x="448" y="146"/>
                    <a:pt x="448" y="146"/>
                  </a:cubicBezTo>
                  <a:cubicBezTo>
                    <a:pt x="467" y="163"/>
                    <a:pt x="494" y="160"/>
                    <a:pt x="494" y="160"/>
                  </a:cubicBezTo>
                  <a:cubicBezTo>
                    <a:pt x="518" y="158"/>
                    <a:pt x="534" y="137"/>
                    <a:pt x="534" y="137"/>
                  </a:cubicBezTo>
                  <a:cubicBezTo>
                    <a:pt x="547" y="117"/>
                    <a:pt x="530" y="96"/>
                    <a:pt x="530" y="96"/>
                  </a:cubicBezTo>
                  <a:moveTo>
                    <a:pt x="74" y="145"/>
                  </a:moveTo>
                  <a:cubicBezTo>
                    <a:pt x="70" y="142"/>
                    <a:pt x="68" y="130"/>
                    <a:pt x="68" y="130"/>
                  </a:cubicBezTo>
                  <a:cubicBezTo>
                    <a:pt x="73" y="133"/>
                    <a:pt x="79" y="134"/>
                    <a:pt x="85" y="135"/>
                  </a:cubicBezTo>
                  <a:cubicBezTo>
                    <a:pt x="80" y="154"/>
                    <a:pt x="74" y="145"/>
                    <a:pt x="74" y="145"/>
                  </a:cubicBezTo>
                  <a:moveTo>
                    <a:pt x="373" y="259"/>
                  </a:moveTo>
                  <a:cubicBezTo>
                    <a:pt x="359" y="304"/>
                    <a:pt x="345" y="310"/>
                    <a:pt x="345" y="310"/>
                  </a:cubicBezTo>
                  <a:cubicBezTo>
                    <a:pt x="317" y="318"/>
                    <a:pt x="343" y="234"/>
                    <a:pt x="343" y="234"/>
                  </a:cubicBezTo>
                  <a:cubicBezTo>
                    <a:pt x="372" y="140"/>
                    <a:pt x="417" y="109"/>
                    <a:pt x="417" y="109"/>
                  </a:cubicBezTo>
                  <a:cubicBezTo>
                    <a:pt x="421" y="107"/>
                    <a:pt x="373" y="259"/>
                    <a:pt x="373" y="25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Freeform 95"/>
            <p:cNvSpPr>
              <a:spLocks/>
            </p:cNvSpPr>
            <p:nvPr userDrawn="1"/>
          </p:nvSpPr>
          <p:spPr bwMode="auto">
            <a:xfrm>
              <a:off x="2586038" y="3209925"/>
              <a:ext cx="3708400" cy="165100"/>
            </a:xfrm>
            <a:custGeom>
              <a:avLst/>
              <a:gdLst>
                <a:gd name="T0" fmla="*/ 0 w 1168"/>
                <a:gd name="T1" fmla="*/ 2147483647 h 52"/>
                <a:gd name="T2" fmla="*/ 2147483647 w 1168"/>
                <a:gd name="T3" fmla="*/ 2147483647 h 52"/>
                <a:gd name="T4" fmla="*/ 2147483647 w 1168"/>
                <a:gd name="T5" fmla="*/ 2147483647 h 52"/>
                <a:gd name="T6" fmla="*/ 2147483647 w 1168"/>
                <a:gd name="T7" fmla="*/ 2147483647 h 52"/>
                <a:gd name="T8" fmla="*/ 2147483647 w 1168"/>
                <a:gd name="T9" fmla="*/ 2147483647 h 52"/>
                <a:gd name="T10" fmla="*/ 2147483647 w 1168"/>
                <a:gd name="T11" fmla="*/ 2147483647 h 52"/>
                <a:gd name="T12" fmla="*/ 0 w 1168"/>
                <a:gd name="T13" fmla="*/ 214748364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68" h="52">
                  <a:moveTo>
                    <a:pt x="0" y="46"/>
                  </a:moveTo>
                  <a:cubicBezTo>
                    <a:pt x="0" y="46"/>
                    <a:pt x="417" y="14"/>
                    <a:pt x="607" y="14"/>
                  </a:cubicBezTo>
                  <a:cubicBezTo>
                    <a:pt x="607" y="14"/>
                    <a:pt x="1089" y="0"/>
                    <a:pt x="1168" y="32"/>
                  </a:cubicBezTo>
                  <a:cubicBezTo>
                    <a:pt x="1164" y="40"/>
                    <a:pt x="1164" y="40"/>
                    <a:pt x="1164" y="40"/>
                  </a:cubicBezTo>
                  <a:cubicBezTo>
                    <a:pt x="1164" y="40"/>
                    <a:pt x="1059" y="16"/>
                    <a:pt x="756" y="18"/>
                  </a:cubicBezTo>
                  <a:cubicBezTo>
                    <a:pt x="756" y="18"/>
                    <a:pt x="183" y="28"/>
                    <a:pt x="12" y="52"/>
                  </a:cubicBezTo>
                  <a:lnTo>
                    <a:pt x="0" y="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Freeform 96"/>
            <p:cNvSpPr>
              <a:spLocks/>
            </p:cNvSpPr>
            <p:nvPr userDrawn="1"/>
          </p:nvSpPr>
          <p:spPr bwMode="auto">
            <a:xfrm>
              <a:off x="6853238" y="2724150"/>
              <a:ext cx="76200" cy="92075"/>
            </a:xfrm>
            <a:custGeom>
              <a:avLst/>
              <a:gdLst>
                <a:gd name="T0" fmla="*/ 2147483647 w 48"/>
                <a:gd name="T1" fmla="*/ 0 h 58"/>
                <a:gd name="T2" fmla="*/ 2147483647 w 48"/>
                <a:gd name="T3" fmla="*/ 2147483647 h 58"/>
                <a:gd name="T4" fmla="*/ 2147483647 w 48"/>
                <a:gd name="T5" fmla="*/ 2147483647 h 58"/>
                <a:gd name="T6" fmla="*/ 2147483647 w 48"/>
                <a:gd name="T7" fmla="*/ 2147483647 h 58"/>
                <a:gd name="T8" fmla="*/ 2147483647 w 48"/>
                <a:gd name="T9" fmla="*/ 2147483647 h 58"/>
                <a:gd name="T10" fmla="*/ 2147483647 w 48"/>
                <a:gd name="T11" fmla="*/ 2147483647 h 58"/>
                <a:gd name="T12" fmla="*/ 0 w 48"/>
                <a:gd name="T13" fmla="*/ 2147483647 h 58"/>
                <a:gd name="T14" fmla="*/ 0 w 48"/>
                <a:gd name="T15" fmla="*/ 0 h 58"/>
                <a:gd name="T16" fmla="*/ 2147483647 w 48"/>
                <a:gd name="T17" fmla="*/ 0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8" h="58">
                  <a:moveTo>
                    <a:pt x="48" y="0"/>
                  </a:moveTo>
                  <a:lnTo>
                    <a:pt x="48" y="8"/>
                  </a:lnTo>
                  <a:lnTo>
                    <a:pt x="28" y="8"/>
                  </a:lnTo>
                  <a:lnTo>
                    <a:pt x="28" y="58"/>
                  </a:lnTo>
                  <a:lnTo>
                    <a:pt x="20" y="58"/>
                  </a:lnTo>
                  <a:lnTo>
                    <a:pt x="20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Freeform 97"/>
            <p:cNvSpPr>
              <a:spLocks/>
            </p:cNvSpPr>
            <p:nvPr userDrawn="1"/>
          </p:nvSpPr>
          <p:spPr bwMode="auto">
            <a:xfrm>
              <a:off x="6938963" y="2724150"/>
              <a:ext cx="88900" cy="92075"/>
            </a:xfrm>
            <a:custGeom>
              <a:avLst/>
              <a:gdLst>
                <a:gd name="T0" fmla="*/ 2147483647 w 28"/>
                <a:gd name="T1" fmla="*/ 0 h 29"/>
                <a:gd name="T2" fmla="*/ 2147483647 w 28"/>
                <a:gd name="T3" fmla="*/ 2147483647 h 29"/>
                <a:gd name="T4" fmla="*/ 2147483647 w 28"/>
                <a:gd name="T5" fmla="*/ 2147483647 h 29"/>
                <a:gd name="T6" fmla="*/ 2147483647 w 28"/>
                <a:gd name="T7" fmla="*/ 2147483647 h 29"/>
                <a:gd name="T8" fmla="*/ 2147483647 w 28"/>
                <a:gd name="T9" fmla="*/ 2147483647 h 29"/>
                <a:gd name="T10" fmla="*/ 2147483647 w 28"/>
                <a:gd name="T11" fmla="*/ 2147483647 h 29"/>
                <a:gd name="T12" fmla="*/ 2147483647 w 28"/>
                <a:gd name="T13" fmla="*/ 2147483647 h 29"/>
                <a:gd name="T14" fmla="*/ 2147483647 w 28"/>
                <a:gd name="T15" fmla="*/ 2147483647 h 29"/>
                <a:gd name="T16" fmla="*/ 2147483647 w 28"/>
                <a:gd name="T17" fmla="*/ 2147483647 h 29"/>
                <a:gd name="T18" fmla="*/ 2147483647 w 28"/>
                <a:gd name="T19" fmla="*/ 2147483647 h 29"/>
                <a:gd name="T20" fmla="*/ 2147483647 w 28"/>
                <a:gd name="T21" fmla="*/ 2147483647 h 29"/>
                <a:gd name="T22" fmla="*/ 2147483647 w 28"/>
                <a:gd name="T23" fmla="*/ 2147483647 h 29"/>
                <a:gd name="T24" fmla="*/ 2147483647 w 28"/>
                <a:gd name="T25" fmla="*/ 2147483647 h 29"/>
                <a:gd name="T26" fmla="*/ 2147483647 w 28"/>
                <a:gd name="T27" fmla="*/ 2147483647 h 29"/>
                <a:gd name="T28" fmla="*/ 0 w 28"/>
                <a:gd name="T29" fmla="*/ 2147483647 h 29"/>
                <a:gd name="T30" fmla="*/ 0 w 28"/>
                <a:gd name="T31" fmla="*/ 0 h 29"/>
                <a:gd name="T32" fmla="*/ 2147483647 w 28"/>
                <a:gd name="T33" fmla="*/ 0 h 29"/>
                <a:gd name="T34" fmla="*/ 2147483647 w 28"/>
                <a:gd name="T35" fmla="*/ 2147483647 h 29"/>
                <a:gd name="T36" fmla="*/ 2147483647 w 28"/>
                <a:gd name="T37" fmla="*/ 2147483647 h 29"/>
                <a:gd name="T38" fmla="*/ 2147483647 w 28"/>
                <a:gd name="T39" fmla="*/ 2147483647 h 29"/>
                <a:gd name="T40" fmla="*/ 2147483647 w 28"/>
                <a:gd name="T41" fmla="*/ 2147483647 h 29"/>
                <a:gd name="T42" fmla="*/ 2147483647 w 28"/>
                <a:gd name="T43" fmla="*/ 0 h 29"/>
                <a:gd name="T44" fmla="*/ 2147483647 w 28"/>
                <a:gd name="T45" fmla="*/ 0 h 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29">
                  <a:moveTo>
                    <a:pt x="28" y="0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2"/>
                    <a:pt x="24" y="7"/>
                    <a:pt x="2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4" y="7"/>
                    <a:pt x="22" y="10"/>
                    <a:pt x="21" y="1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0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12"/>
                    <a:pt x="5" y="1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4" y="15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5" y="15"/>
                    <a:pt x="17" y="11"/>
                  </a:cubicBezTo>
                  <a:cubicBezTo>
                    <a:pt x="24" y="0"/>
                    <a:pt x="24" y="0"/>
                    <a:pt x="24" y="0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sz="36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 sz="4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9" name="TextBox 48"/>
          <p:cNvSpPr txBox="1">
            <a:spLocks noChangeArrowheads="1"/>
          </p:cNvSpPr>
          <p:nvPr userDrawn="1"/>
        </p:nvSpPr>
        <p:spPr bwMode="auto">
          <a:xfrm>
            <a:off x="2432017" y="3707606"/>
            <a:ext cx="73279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$7.8 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BILLION ENTERPRISE |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120,000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IDEAPRENEURS |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39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COUNTRIES</a:t>
            </a:r>
          </a:p>
        </p:txBody>
      </p:sp>
    </p:spTree>
    <p:extLst>
      <p:ext uri="{BB962C8B-B14F-4D97-AF65-F5344CB8AC3E}">
        <p14:creationId xmlns:p14="http://schemas.microsoft.com/office/powerpoint/2010/main" val="179674829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753769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0" y="1"/>
            <a:ext cx="12192000" cy="6557962"/>
            <a:chOff x="0" y="1"/>
            <a:chExt cx="12192000" cy="6557962"/>
          </a:xfrm>
        </p:grpSpPr>
        <p:pic>
          <p:nvPicPr>
            <p:cNvPr id="18" name="Picture 2" descr="C:\Users\ankurgoyal\AppData\Local\Microsoft\Windows\Temporary Internet Files\Content.Outlook\HEKY1WBJ\20101210_xxl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94" b="910"/>
            <a:stretch/>
          </p:blipFill>
          <p:spPr bwMode="auto">
            <a:xfrm>
              <a:off x="0" y="1"/>
              <a:ext cx="12192000" cy="624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0" y="1214438"/>
              <a:ext cx="2111925" cy="2640013"/>
            </a:xfrm>
            <a:custGeom>
              <a:avLst/>
              <a:gdLst>
                <a:gd name="T0" fmla="*/ 0 w 1330"/>
                <a:gd name="T1" fmla="*/ 1663 h 1663"/>
                <a:gd name="T2" fmla="*/ 0 w 1330"/>
                <a:gd name="T3" fmla="*/ 0 h 1663"/>
                <a:gd name="T4" fmla="*/ 1330 w 1330"/>
                <a:gd name="T5" fmla="*/ 831 h 1663"/>
                <a:gd name="T6" fmla="*/ 0 w 1330"/>
                <a:gd name="T7" fmla="*/ 1663 h 1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0" h="1663">
                  <a:moveTo>
                    <a:pt x="0" y="1663"/>
                  </a:moveTo>
                  <a:lnTo>
                    <a:pt x="0" y="0"/>
                  </a:lnTo>
                  <a:lnTo>
                    <a:pt x="1330" y="831"/>
                  </a:lnTo>
                  <a:lnTo>
                    <a:pt x="0" y="16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3600" dirty="0">
                <a:latin typeface="Calibri" panose="020F0502020204030204" pitchFamily="34" charset="0"/>
              </a:endParaRPr>
            </a:p>
          </p:txBody>
        </p:sp>
        <p:sp>
          <p:nvSpPr>
            <p:cNvPr id="20" name="Freeform 5"/>
            <p:cNvSpPr>
              <a:spLocks/>
            </p:cNvSpPr>
            <p:nvPr userDrawn="1"/>
          </p:nvSpPr>
          <p:spPr bwMode="auto">
            <a:xfrm>
              <a:off x="0" y="2533650"/>
              <a:ext cx="8041194" cy="3714750"/>
            </a:xfrm>
            <a:custGeom>
              <a:avLst/>
              <a:gdLst>
                <a:gd name="T0" fmla="*/ 5064 w 5064"/>
                <a:gd name="T1" fmla="*/ 2340 h 2340"/>
                <a:gd name="T2" fmla="*/ 0 w 5064"/>
                <a:gd name="T3" fmla="*/ 2340 h 2340"/>
                <a:gd name="T4" fmla="*/ 0 w 5064"/>
                <a:gd name="T5" fmla="*/ 832 h 2340"/>
                <a:gd name="T6" fmla="*/ 1330 w 5064"/>
                <a:gd name="T7" fmla="*/ 0 h 2340"/>
                <a:gd name="T8" fmla="*/ 2660 w 5064"/>
                <a:gd name="T9" fmla="*/ 832 h 2340"/>
                <a:gd name="T10" fmla="*/ 5064 w 5064"/>
                <a:gd name="T11" fmla="*/ 2340 h 2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64" h="2340">
                  <a:moveTo>
                    <a:pt x="5064" y="2340"/>
                  </a:moveTo>
                  <a:lnTo>
                    <a:pt x="0" y="2340"/>
                  </a:lnTo>
                  <a:lnTo>
                    <a:pt x="0" y="832"/>
                  </a:lnTo>
                  <a:lnTo>
                    <a:pt x="1330" y="0"/>
                  </a:lnTo>
                  <a:lnTo>
                    <a:pt x="2660" y="832"/>
                  </a:lnTo>
                  <a:lnTo>
                    <a:pt x="5064" y="2340"/>
                  </a:ln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360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9"/>
            <p:cNvSpPr>
              <a:spLocks/>
            </p:cNvSpPr>
            <p:nvPr/>
          </p:nvSpPr>
          <p:spPr bwMode="auto">
            <a:xfrm>
              <a:off x="1" y="947738"/>
              <a:ext cx="8471519" cy="5300663"/>
            </a:xfrm>
            <a:custGeom>
              <a:avLst/>
              <a:gdLst>
                <a:gd name="T0" fmla="*/ 0 w 5335"/>
                <a:gd name="T1" fmla="*/ 0 h 3339"/>
                <a:gd name="T2" fmla="*/ 0 w 5335"/>
                <a:gd name="T3" fmla="*/ 168 h 3339"/>
                <a:gd name="T4" fmla="*/ 6 w 5335"/>
                <a:gd name="T5" fmla="*/ 170 h 3339"/>
                <a:gd name="T6" fmla="*/ 6 w 5335"/>
                <a:gd name="T7" fmla="*/ 168 h 3339"/>
                <a:gd name="T8" fmla="*/ 1336 w 5335"/>
                <a:gd name="T9" fmla="*/ 999 h 3339"/>
                <a:gd name="T10" fmla="*/ 1333 w 5335"/>
                <a:gd name="T11" fmla="*/ 1002 h 3339"/>
                <a:gd name="T12" fmla="*/ 1336 w 5335"/>
                <a:gd name="T13" fmla="*/ 999 h 3339"/>
                <a:gd name="T14" fmla="*/ 2666 w 5335"/>
                <a:gd name="T15" fmla="*/ 1831 h 3339"/>
                <a:gd name="T16" fmla="*/ 5070 w 5335"/>
                <a:gd name="T17" fmla="*/ 3339 h 3339"/>
                <a:gd name="T18" fmla="*/ 5335 w 5335"/>
                <a:gd name="T19" fmla="*/ 3339 h 3339"/>
                <a:gd name="T20" fmla="*/ 0 w 5335"/>
                <a:gd name="T21" fmla="*/ 0 h 3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35" h="3339">
                  <a:moveTo>
                    <a:pt x="0" y="0"/>
                  </a:moveTo>
                  <a:lnTo>
                    <a:pt x="0" y="168"/>
                  </a:lnTo>
                  <a:lnTo>
                    <a:pt x="6" y="170"/>
                  </a:lnTo>
                  <a:lnTo>
                    <a:pt x="6" y="168"/>
                  </a:lnTo>
                  <a:lnTo>
                    <a:pt x="1336" y="999"/>
                  </a:lnTo>
                  <a:lnTo>
                    <a:pt x="1333" y="1002"/>
                  </a:lnTo>
                  <a:lnTo>
                    <a:pt x="1336" y="999"/>
                  </a:lnTo>
                  <a:lnTo>
                    <a:pt x="2666" y="1831"/>
                  </a:lnTo>
                  <a:lnTo>
                    <a:pt x="5070" y="3339"/>
                  </a:lnTo>
                  <a:lnTo>
                    <a:pt x="5335" y="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3600" dirty="0">
                <a:latin typeface="Calibri" panose="020F0502020204030204" pitchFamily="34" charset="0"/>
              </a:endParaRPr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auto">
            <a:xfrm>
              <a:off x="2121453" y="2843213"/>
              <a:ext cx="5934033" cy="3714750"/>
            </a:xfrm>
            <a:custGeom>
              <a:avLst/>
              <a:gdLst>
                <a:gd name="T0" fmla="*/ 3 w 3737"/>
                <a:gd name="T1" fmla="*/ 0 h 2340"/>
                <a:gd name="T2" fmla="*/ 0 w 3737"/>
                <a:gd name="T3" fmla="*/ 3 h 2340"/>
                <a:gd name="T4" fmla="*/ 3737 w 3737"/>
                <a:gd name="T5" fmla="*/ 2340 h 2340"/>
                <a:gd name="T6" fmla="*/ 3737 w 3737"/>
                <a:gd name="T7" fmla="*/ 2340 h 2340"/>
                <a:gd name="T8" fmla="*/ 1333 w 3737"/>
                <a:gd name="T9" fmla="*/ 832 h 2340"/>
                <a:gd name="T10" fmla="*/ 3 w 3737"/>
                <a:gd name="T11" fmla="*/ 0 h 2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37" h="2340">
                  <a:moveTo>
                    <a:pt x="3" y="0"/>
                  </a:moveTo>
                  <a:lnTo>
                    <a:pt x="0" y="3"/>
                  </a:lnTo>
                  <a:lnTo>
                    <a:pt x="3737" y="2340"/>
                  </a:lnTo>
                  <a:lnTo>
                    <a:pt x="3737" y="2340"/>
                  </a:lnTo>
                  <a:lnTo>
                    <a:pt x="1333" y="832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3600" dirty="0">
                <a:latin typeface="Calibri" panose="020F0502020204030204" pitchFamily="34" charset="0"/>
              </a:endParaRPr>
            </a:p>
          </p:txBody>
        </p:sp>
        <p:sp>
          <p:nvSpPr>
            <p:cNvPr id="23" name="Freeform 14"/>
            <p:cNvSpPr>
              <a:spLocks/>
            </p:cNvSpPr>
            <p:nvPr/>
          </p:nvSpPr>
          <p:spPr bwMode="auto">
            <a:xfrm>
              <a:off x="14292" y="1524001"/>
              <a:ext cx="2111925" cy="1323975"/>
            </a:xfrm>
            <a:custGeom>
              <a:avLst/>
              <a:gdLst>
                <a:gd name="T0" fmla="*/ 0 w 1330"/>
                <a:gd name="T1" fmla="*/ 0 h 834"/>
                <a:gd name="T2" fmla="*/ 0 w 1330"/>
                <a:gd name="T3" fmla="*/ 2 h 834"/>
                <a:gd name="T4" fmla="*/ 1327 w 1330"/>
                <a:gd name="T5" fmla="*/ 834 h 834"/>
                <a:gd name="T6" fmla="*/ 1330 w 1330"/>
                <a:gd name="T7" fmla="*/ 831 h 834"/>
                <a:gd name="T8" fmla="*/ 0 w 1330"/>
                <a:gd name="T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0" h="834">
                  <a:moveTo>
                    <a:pt x="0" y="0"/>
                  </a:moveTo>
                  <a:lnTo>
                    <a:pt x="0" y="2"/>
                  </a:lnTo>
                  <a:lnTo>
                    <a:pt x="1327" y="834"/>
                  </a:lnTo>
                  <a:lnTo>
                    <a:pt x="1330" y="83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3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4336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71565" y="4062806"/>
            <a:ext cx="3960218" cy="1281263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3398" b="1">
                <a:solidFill>
                  <a:srgbClr val="00529B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3360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71565" y="5557024"/>
            <a:ext cx="4354964" cy="276998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buFont typeface="Wingdings 2" pitchFamily="18" charset="2"/>
              <a:buNone/>
              <a:defRPr sz="1800" b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Rectangle 9"/>
          <p:cNvSpPr>
            <a:spLocks/>
          </p:cNvSpPr>
          <p:nvPr userDrawn="1"/>
        </p:nvSpPr>
        <p:spPr>
          <a:xfrm>
            <a:off x="8276818" y="6576281"/>
            <a:ext cx="3500317" cy="245901"/>
          </a:xfrm>
          <a:prstGeom prst="rect">
            <a:avLst/>
          </a:prstGeom>
          <a:noFill/>
          <a:ln>
            <a:noFill/>
          </a:ln>
        </p:spPr>
        <p:txBody>
          <a:bodyPr wrap="none" rIns="0">
            <a:spAutoFit/>
          </a:bodyPr>
          <a:lstStyle/>
          <a:p>
            <a:pPr lvl="0" algn="r" defTabSz="1217310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998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Copyright © 2017 HCL Technologies Limited  |  www.hcltech.com</a:t>
            </a:r>
          </a:p>
        </p:txBody>
      </p:sp>
      <p:grpSp>
        <p:nvGrpSpPr>
          <p:cNvPr id="11" name="Group 5"/>
          <p:cNvGrpSpPr>
            <a:grpSpLocks noChangeAspect="1"/>
          </p:cNvGrpSpPr>
          <p:nvPr userDrawn="1"/>
        </p:nvGrpSpPr>
        <p:grpSpPr bwMode="auto">
          <a:xfrm>
            <a:off x="10519834" y="6372023"/>
            <a:ext cx="1257301" cy="213780"/>
            <a:chOff x="5094" y="3939"/>
            <a:chExt cx="1488" cy="255"/>
          </a:xfrm>
        </p:grpSpPr>
        <p:sp>
          <p:nvSpPr>
            <p:cNvPr id="12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5094" y="3939"/>
              <a:ext cx="148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6398" dirty="0">
                <a:latin typeface="+mj-lt"/>
              </a:endParaRPr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122" y="3965"/>
              <a:ext cx="555" cy="194"/>
            </a:xfrm>
            <a:custGeom>
              <a:avLst/>
              <a:gdLst>
                <a:gd name="T0" fmla="*/ 0 w 555"/>
                <a:gd name="T1" fmla="*/ 194 h 194"/>
                <a:gd name="T2" fmla="*/ 156 w 555"/>
                <a:gd name="T3" fmla="*/ 194 h 194"/>
                <a:gd name="T4" fmla="*/ 189 w 555"/>
                <a:gd name="T5" fmla="*/ 116 h 194"/>
                <a:gd name="T6" fmla="*/ 343 w 555"/>
                <a:gd name="T7" fmla="*/ 116 h 194"/>
                <a:gd name="T8" fmla="*/ 310 w 555"/>
                <a:gd name="T9" fmla="*/ 194 h 194"/>
                <a:gd name="T10" fmla="*/ 468 w 555"/>
                <a:gd name="T11" fmla="*/ 194 h 194"/>
                <a:gd name="T12" fmla="*/ 555 w 555"/>
                <a:gd name="T13" fmla="*/ 0 h 194"/>
                <a:gd name="T14" fmla="*/ 395 w 555"/>
                <a:gd name="T15" fmla="*/ 0 h 194"/>
                <a:gd name="T16" fmla="*/ 366 w 555"/>
                <a:gd name="T17" fmla="*/ 66 h 194"/>
                <a:gd name="T18" fmla="*/ 213 w 555"/>
                <a:gd name="T19" fmla="*/ 66 h 194"/>
                <a:gd name="T20" fmla="*/ 241 w 555"/>
                <a:gd name="T21" fmla="*/ 0 h 194"/>
                <a:gd name="T22" fmla="*/ 85 w 555"/>
                <a:gd name="T23" fmla="*/ 0 h 194"/>
                <a:gd name="T24" fmla="*/ 0 w 555"/>
                <a:gd name="T25" fmla="*/ 194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5" h="194">
                  <a:moveTo>
                    <a:pt x="0" y="194"/>
                  </a:moveTo>
                  <a:lnTo>
                    <a:pt x="156" y="194"/>
                  </a:lnTo>
                  <a:lnTo>
                    <a:pt x="189" y="116"/>
                  </a:lnTo>
                  <a:lnTo>
                    <a:pt x="343" y="116"/>
                  </a:lnTo>
                  <a:lnTo>
                    <a:pt x="310" y="194"/>
                  </a:lnTo>
                  <a:lnTo>
                    <a:pt x="468" y="194"/>
                  </a:lnTo>
                  <a:lnTo>
                    <a:pt x="555" y="0"/>
                  </a:lnTo>
                  <a:lnTo>
                    <a:pt x="395" y="0"/>
                  </a:lnTo>
                  <a:lnTo>
                    <a:pt x="366" y="66"/>
                  </a:lnTo>
                  <a:lnTo>
                    <a:pt x="213" y="66"/>
                  </a:lnTo>
                  <a:lnTo>
                    <a:pt x="241" y="0"/>
                  </a:lnTo>
                  <a:lnTo>
                    <a:pt x="85" y="0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6398" dirty="0">
                <a:latin typeface="+mj-lt"/>
              </a:endParaRPr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5649" y="3949"/>
              <a:ext cx="524" cy="222"/>
            </a:xfrm>
            <a:custGeom>
              <a:avLst/>
              <a:gdLst>
                <a:gd name="T0" fmla="*/ 27472 w 222"/>
                <a:gd name="T1" fmla="*/ 6096 h 94"/>
                <a:gd name="T2" fmla="*/ 38398 w 222"/>
                <a:gd name="T3" fmla="*/ 6096 h 94"/>
                <a:gd name="T4" fmla="*/ 31506 w 222"/>
                <a:gd name="T5" fmla="*/ 1393 h 94"/>
                <a:gd name="T6" fmla="*/ 5865 w 222"/>
                <a:gd name="T7" fmla="*/ 4322 h 94"/>
                <a:gd name="T8" fmla="*/ 5337 w 222"/>
                <a:gd name="T9" fmla="*/ 14251 h 94"/>
                <a:gd name="T10" fmla="*/ 26448 w 222"/>
                <a:gd name="T11" fmla="*/ 15053 h 94"/>
                <a:gd name="T12" fmla="*/ 36125 w 222"/>
                <a:gd name="T13" fmla="*/ 10736 h 94"/>
                <a:gd name="T14" fmla="*/ 25048 w 222"/>
                <a:gd name="T15" fmla="*/ 10736 h 94"/>
                <a:gd name="T16" fmla="*/ 19556 w 222"/>
                <a:gd name="T17" fmla="*/ 12477 h 94"/>
                <a:gd name="T18" fmla="*/ 13622 w 222"/>
                <a:gd name="T19" fmla="*/ 8311 h 94"/>
                <a:gd name="T20" fmla="*/ 21763 w 222"/>
                <a:gd name="T21" fmla="*/ 4322 h 94"/>
                <a:gd name="T22" fmla="*/ 27472 w 222"/>
                <a:gd name="T23" fmla="*/ 6096 h 9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94">
                  <a:moveTo>
                    <a:pt x="159" y="35"/>
                  </a:moveTo>
                  <a:cubicBezTo>
                    <a:pt x="222" y="35"/>
                    <a:pt x="222" y="35"/>
                    <a:pt x="222" y="35"/>
                  </a:cubicBezTo>
                  <a:cubicBezTo>
                    <a:pt x="221" y="21"/>
                    <a:pt x="208" y="12"/>
                    <a:pt x="182" y="8"/>
                  </a:cubicBezTo>
                  <a:cubicBezTo>
                    <a:pt x="130" y="0"/>
                    <a:pt x="74" y="3"/>
                    <a:pt x="34" y="25"/>
                  </a:cubicBezTo>
                  <a:cubicBezTo>
                    <a:pt x="2" y="43"/>
                    <a:pt x="0" y="69"/>
                    <a:pt x="31" y="82"/>
                  </a:cubicBezTo>
                  <a:cubicBezTo>
                    <a:pt x="58" y="93"/>
                    <a:pt x="113" y="94"/>
                    <a:pt x="153" y="87"/>
                  </a:cubicBezTo>
                  <a:cubicBezTo>
                    <a:pt x="179" y="83"/>
                    <a:pt x="198" y="74"/>
                    <a:pt x="209" y="62"/>
                  </a:cubicBezTo>
                  <a:cubicBezTo>
                    <a:pt x="145" y="62"/>
                    <a:pt x="145" y="62"/>
                    <a:pt x="145" y="62"/>
                  </a:cubicBezTo>
                  <a:cubicBezTo>
                    <a:pt x="137" y="68"/>
                    <a:pt x="126" y="71"/>
                    <a:pt x="113" y="72"/>
                  </a:cubicBezTo>
                  <a:cubicBezTo>
                    <a:pt x="77" y="72"/>
                    <a:pt x="72" y="61"/>
                    <a:pt x="79" y="48"/>
                  </a:cubicBezTo>
                  <a:cubicBezTo>
                    <a:pt x="86" y="34"/>
                    <a:pt x="102" y="25"/>
                    <a:pt x="126" y="25"/>
                  </a:cubicBezTo>
                  <a:cubicBezTo>
                    <a:pt x="145" y="24"/>
                    <a:pt x="154" y="28"/>
                    <a:pt x="159" y="35"/>
                  </a:cubicBez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6398" dirty="0">
                <a:latin typeface="+mj-lt"/>
              </a:endParaRPr>
            </a:p>
          </p:txBody>
        </p:sp>
        <p:sp>
          <p:nvSpPr>
            <p:cNvPr id="15" name="Freeform 8"/>
            <p:cNvSpPr>
              <a:spLocks/>
            </p:cNvSpPr>
            <p:nvPr userDrawn="1"/>
          </p:nvSpPr>
          <p:spPr bwMode="auto">
            <a:xfrm>
              <a:off x="6162" y="3965"/>
              <a:ext cx="403" cy="194"/>
            </a:xfrm>
            <a:custGeom>
              <a:avLst/>
              <a:gdLst>
                <a:gd name="T0" fmla="*/ 248 w 403"/>
                <a:gd name="T1" fmla="*/ 0 h 194"/>
                <a:gd name="T2" fmla="*/ 181 w 403"/>
                <a:gd name="T3" fmla="*/ 146 h 194"/>
                <a:gd name="T4" fmla="*/ 403 w 403"/>
                <a:gd name="T5" fmla="*/ 146 h 194"/>
                <a:gd name="T6" fmla="*/ 385 w 403"/>
                <a:gd name="T7" fmla="*/ 194 h 194"/>
                <a:gd name="T8" fmla="*/ 0 w 403"/>
                <a:gd name="T9" fmla="*/ 194 h 194"/>
                <a:gd name="T10" fmla="*/ 87 w 403"/>
                <a:gd name="T11" fmla="*/ 0 h 194"/>
                <a:gd name="T12" fmla="*/ 248 w 403"/>
                <a:gd name="T13" fmla="*/ 0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3" h="194">
                  <a:moveTo>
                    <a:pt x="248" y="0"/>
                  </a:moveTo>
                  <a:lnTo>
                    <a:pt x="181" y="146"/>
                  </a:lnTo>
                  <a:lnTo>
                    <a:pt x="403" y="146"/>
                  </a:lnTo>
                  <a:lnTo>
                    <a:pt x="385" y="194"/>
                  </a:lnTo>
                  <a:lnTo>
                    <a:pt x="0" y="194"/>
                  </a:lnTo>
                  <a:lnTo>
                    <a:pt x="87" y="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6398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09643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889677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351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647700"/>
            <a:ext cx="12188952" cy="352425"/>
          </a:xfrm>
          <a:prstGeom prst="rect">
            <a:avLst/>
          </a:prstGeom>
          <a:solidFill>
            <a:srgbClr val="FFFFFF"/>
          </a:solidFill>
          <a:ln w="3175" cap="flat" cmpd="sng" algn="ctr">
            <a:noFill/>
            <a:prstDash val="solid"/>
            <a:miter lim="800000"/>
            <a:headEnd type="none" w="sm" len="sm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8724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6817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2041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3"/>
          <p:cNvGrpSpPr>
            <a:grpSpLocks/>
          </p:cNvGrpSpPr>
          <p:nvPr userDrawn="1"/>
        </p:nvGrpSpPr>
        <p:grpSpPr bwMode="auto">
          <a:xfrm>
            <a:off x="5021135" y="5859679"/>
            <a:ext cx="2146558" cy="438638"/>
            <a:chOff x="3533775" y="5853113"/>
            <a:chExt cx="2144713" cy="438150"/>
          </a:xfrm>
        </p:grpSpPr>
        <p:sp>
          <p:nvSpPr>
            <p:cNvPr id="6" name="Freeform 74"/>
            <p:cNvSpPr>
              <a:spLocks/>
            </p:cNvSpPr>
            <p:nvPr userDrawn="1"/>
          </p:nvSpPr>
          <p:spPr bwMode="auto">
            <a:xfrm>
              <a:off x="4043363" y="5999163"/>
              <a:ext cx="187325" cy="149225"/>
            </a:xfrm>
            <a:custGeom>
              <a:avLst/>
              <a:gdLst>
                <a:gd name="T0" fmla="*/ 587910146 w 60"/>
                <a:gd name="T1" fmla="*/ 0 h 47"/>
                <a:gd name="T2" fmla="*/ 450732049 w 60"/>
                <a:gd name="T3" fmla="*/ 470671525 h 47"/>
                <a:gd name="T4" fmla="*/ 382143000 w 60"/>
                <a:gd name="T5" fmla="*/ 470671525 h 47"/>
                <a:gd name="T6" fmla="*/ 313550829 w 60"/>
                <a:gd name="T7" fmla="*/ 230327200 h 47"/>
                <a:gd name="T8" fmla="*/ 293956634 w 60"/>
                <a:gd name="T9" fmla="*/ 140198475 h 47"/>
                <a:gd name="T10" fmla="*/ 293956634 w 60"/>
                <a:gd name="T11" fmla="*/ 140198475 h 47"/>
                <a:gd name="T12" fmla="*/ 274359317 w 60"/>
                <a:gd name="T13" fmla="*/ 230327200 h 47"/>
                <a:gd name="T14" fmla="*/ 205767146 w 60"/>
                <a:gd name="T15" fmla="*/ 470671525 h 47"/>
                <a:gd name="T16" fmla="*/ 137178098 w 60"/>
                <a:gd name="T17" fmla="*/ 470671525 h 47"/>
                <a:gd name="T18" fmla="*/ 0 w 60"/>
                <a:gd name="T19" fmla="*/ 0 h 47"/>
                <a:gd name="T20" fmla="*/ 78389268 w 60"/>
                <a:gd name="T21" fmla="*/ 0 h 47"/>
                <a:gd name="T22" fmla="*/ 156775415 w 60"/>
                <a:gd name="T23" fmla="*/ 280400125 h 47"/>
                <a:gd name="T24" fmla="*/ 166575634 w 60"/>
                <a:gd name="T25" fmla="*/ 360514900 h 47"/>
                <a:gd name="T26" fmla="*/ 166575634 w 60"/>
                <a:gd name="T27" fmla="*/ 360514900 h 47"/>
                <a:gd name="T28" fmla="*/ 186172951 w 60"/>
                <a:gd name="T29" fmla="*/ 280400125 h 47"/>
                <a:gd name="T30" fmla="*/ 264559098 w 60"/>
                <a:gd name="T31" fmla="*/ 50072925 h 47"/>
                <a:gd name="T32" fmla="*/ 323351049 w 60"/>
                <a:gd name="T33" fmla="*/ 50072925 h 47"/>
                <a:gd name="T34" fmla="*/ 391940098 w 60"/>
                <a:gd name="T35" fmla="*/ 280400125 h 47"/>
                <a:gd name="T36" fmla="*/ 411537415 w 60"/>
                <a:gd name="T37" fmla="*/ 360514900 h 47"/>
                <a:gd name="T38" fmla="*/ 411537415 w 60"/>
                <a:gd name="T39" fmla="*/ 360514900 h 47"/>
                <a:gd name="T40" fmla="*/ 431134732 w 60"/>
                <a:gd name="T41" fmla="*/ 280400125 h 47"/>
                <a:gd name="T42" fmla="*/ 509520878 w 60"/>
                <a:gd name="T43" fmla="*/ 0 h 47"/>
                <a:gd name="T44" fmla="*/ 587910146 w 60"/>
                <a:gd name="T45" fmla="*/ 0 h 4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0" h="47">
                  <a:moveTo>
                    <a:pt x="60" y="0"/>
                  </a:moveTo>
                  <a:cubicBezTo>
                    <a:pt x="46" y="47"/>
                    <a:pt x="46" y="47"/>
                    <a:pt x="46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0" y="17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29" y="17"/>
                    <a:pt x="28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32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8" y="32"/>
                    <a:pt x="19" y="28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2" y="32"/>
                    <a:pt x="42" y="36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6"/>
                    <a:pt x="43" y="32"/>
                    <a:pt x="44" y="28"/>
                  </a:cubicBezTo>
                  <a:cubicBezTo>
                    <a:pt x="52" y="0"/>
                    <a:pt x="52" y="0"/>
                    <a:pt x="52" y="0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7" name="Freeform 75"/>
            <p:cNvSpPr>
              <a:spLocks noEditPoints="1"/>
            </p:cNvSpPr>
            <p:nvPr userDrawn="1"/>
          </p:nvSpPr>
          <p:spPr bwMode="auto">
            <a:xfrm>
              <a:off x="4219575" y="5999163"/>
              <a:ext cx="136525" cy="149225"/>
            </a:xfrm>
            <a:custGeom>
              <a:avLst/>
              <a:gdLst>
                <a:gd name="T0" fmla="*/ 321865625 w 43"/>
                <a:gd name="T1" fmla="*/ 360514900 h 47"/>
                <a:gd name="T2" fmla="*/ 120697625 w 43"/>
                <a:gd name="T3" fmla="*/ 360514900 h 47"/>
                <a:gd name="T4" fmla="*/ 80467200 w 43"/>
                <a:gd name="T5" fmla="*/ 470671525 h 47"/>
                <a:gd name="T6" fmla="*/ 0 w 43"/>
                <a:gd name="T7" fmla="*/ 470671525 h 47"/>
                <a:gd name="T8" fmla="*/ 181048025 w 43"/>
                <a:gd name="T9" fmla="*/ 0 h 47"/>
                <a:gd name="T10" fmla="*/ 251456825 w 43"/>
                <a:gd name="T11" fmla="*/ 0 h 47"/>
                <a:gd name="T12" fmla="*/ 432504850 w 43"/>
                <a:gd name="T13" fmla="*/ 470671525 h 47"/>
                <a:gd name="T14" fmla="*/ 352037650 w 43"/>
                <a:gd name="T15" fmla="*/ 470671525 h 47"/>
                <a:gd name="T16" fmla="*/ 321865625 w 43"/>
                <a:gd name="T17" fmla="*/ 360514900 h 47"/>
                <a:gd name="T18" fmla="*/ 291690425 w 43"/>
                <a:gd name="T19" fmla="*/ 290414075 h 47"/>
                <a:gd name="T20" fmla="*/ 241398425 w 43"/>
                <a:gd name="T21" fmla="*/ 140198475 h 47"/>
                <a:gd name="T22" fmla="*/ 221281625 w 43"/>
                <a:gd name="T23" fmla="*/ 80114775 h 47"/>
                <a:gd name="T24" fmla="*/ 221281625 w 43"/>
                <a:gd name="T25" fmla="*/ 80114775 h 47"/>
                <a:gd name="T26" fmla="*/ 201164825 w 43"/>
                <a:gd name="T27" fmla="*/ 140198475 h 47"/>
                <a:gd name="T28" fmla="*/ 140814425 w 43"/>
                <a:gd name="T29" fmla="*/ 290414075 h 47"/>
                <a:gd name="T30" fmla="*/ 291690425 w 43"/>
                <a:gd name="T31" fmla="*/ 290414075 h 4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3" h="47">
                  <a:moveTo>
                    <a:pt x="32" y="36"/>
                  </a:moveTo>
                  <a:cubicBezTo>
                    <a:pt x="12" y="36"/>
                    <a:pt x="12" y="36"/>
                    <a:pt x="12" y="3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32" y="36"/>
                  </a:lnTo>
                  <a:close/>
                  <a:moveTo>
                    <a:pt x="29" y="29"/>
                  </a:moveTo>
                  <a:cubicBezTo>
                    <a:pt x="24" y="14"/>
                    <a:pt x="24" y="14"/>
                    <a:pt x="24" y="14"/>
                  </a:cubicBezTo>
                  <a:cubicBezTo>
                    <a:pt x="23" y="11"/>
                    <a:pt x="22" y="8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8"/>
                    <a:pt x="21" y="11"/>
                    <a:pt x="20" y="14"/>
                  </a:cubicBezTo>
                  <a:cubicBezTo>
                    <a:pt x="14" y="29"/>
                    <a:pt x="14" y="29"/>
                    <a:pt x="14" y="29"/>
                  </a:cubicBezTo>
                  <a:lnTo>
                    <a:pt x="29" y="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8" name="Freeform 76"/>
            <p:cNvSpPr>
              <a:spLocks/>
            </p:cNvSpPr>
            <p:nvPr userDrawn="1"/>
          </p:nvSpPr>
          <p:spPr bwMode="auto">
            <a:xfrm>
              <a:off x="4346575" y="5999163"/>
              <a:ext cx="109538" cy="149225"/>
            </a:xfrm>
            <a:custGeom>
              <a:avLst/>
              <a:gdLst>
                <a:gd name="T0" fmla="*/ 146289335 w 82"/>
                <a:gd name="T1" fmla="*/ 0 h 111"/>
                <a:gd name="T2" fmla="*/ 146289335 w 82"/>
                <a:gd name="T3" fmla="*/ 25135674 h 111"/>
                <a:gd name="T4" fmla="*/ 87416667 w 82"/>
                <a:gd name="T5" fmla="*/ 25135674 h 111"/>
                <a:gd name="T6" fmla="*/ 87416667 w 82"/>
                <a:gd name="T7" fmla="*/ 199293348 h 111"/>
                <a:gd name="T8" fmla="*/ 58872668 w 82"/>
                <a:gd name="T9" fmla="*/ 199293348 h 111"/>
                <a:gd name="T10" fmla="*/ 58872668 w 82"/>
                <a:gd name="T11" fmla="*/ 25135674 h 111"/>
                <a:gd name="T12" fmla="*/ 0 w 82"/>
                <a:gd name="T13" fmla="*/ 25135674 h 111"/>
                <a:gd name="T14" fmla="*/ 0 w 82"/>
                <a:gd name="T15" fmla="*/ 0 h 111"/>
                <a:gd name="T16" fmla="*/ 146289335 w 82"/>
                <a:gd name="T17" fmla="*/ 0 h 1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111">
                  <a:moveTo>
                    <a:pt x="82" y="0"/>
                  </a:moveTo>
                  <a:lnTo>
                    <a:pt x="82" y="14"/>
                  </a:lnTo>
                  <a:lnTo>
                    <a:pt x="49" y="14"/>
                  </a:lnTo>
                  <a:lnTo>
                    <a:pt x="49" y="111"/>
                  </a:lnTo>
                  <a:lnTo>
                    <a:pt x="33" y="111"/>
                  </a:lnTo>
                  <a:lnTo>
                    <a:pt x="33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9" name="Freeform 77"/>
            <p:cNvSpPr>
              <a:spLocks/>
            </p:cNvSpPr>
            <p:nvPr userDrawn="1"/>
          </p:nvSpPr>
          <p:spPr bwMode="auto">
            <a:xfrm>
              <a:off x="4462463" y="5995988"/>
              <a:ext cx="131762" cy="153987"/>
            </a:xfrm>
            <a:custGeom>
              <a:avLst/>
              <a:gdLst>
                <a:gd name="T0" fmla="*/ 335776634 w 42"/>
                <a:gd name="T1" fmla="*/ 139100542 h 49"/>
                <a:gd name="T2" fmla="*/ 217266126 w 42"/>
                <a:gd name="T3" fmla="*/ 69548700 h 49"/>
                <a:gd name="T4" fmla="*/ 79007005 w 42"/>
                <a:gd name="T5" fmla="*/ 238456726 h 49"/>
                <a:gd name="T6" fmla="*/ 217266126 w 42"/>
                <a:gd name="T7" fmla="*/ 407364752 h 49"/>
                <a:gd name="T8" fmla="*/ 345652509 w 42"/>
                <a:gd name="T9" fmla="*/ 327879177 h 49"/>
                <a:gd name="T10" fmla="*/ 414783639 w 42"/>
                <a:gd name="T11" fmla="*/ 347749785 h 49"/>
                <a:gd name="T12" fmla="*/ 217266126 w 42"/>
                <a:gd name="T13" fmla="*/ 486850327 h 49"/>
                <a:gd name="T14" fmla="*/ 0 w 42"/>
                <a:gd name="T15" fmla="*/ 238456726 h 49"/>
                <a:gd name="T16" fmla="*/ 217266126 w 42"/>
                <a:gd name="T17" fmla="*/ 0 h 49"/>
                <a:gd name="T18" fmla="*/ 404907763 w 42"/>
                <a:gd name="T19" fmla="*/ 119229934 h 49"/>
                <a:gd name="T20" fmla="*/ 335776634 w 42"/>
                <a:gd name="T21" fmla="*/ 139100542 h 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49">
                  <a:moveTo>
                    <a:pt x="34" y="14"/>
                  </a:moveTo>
                  <a:cubicBezTo>
                    <a:pt x="32" y="9"/>
                    <a:pt x="27" y="7"/>
                    <a:pt x="22" y="7"/>
                  </a:cubicBezTo>
                  <a:cubicBezTo>
                    <a:pt x="14" y="7"/>
                    <a:pt x="8" y="13"/>
                    <a:pt x="8" y="24"/>
                  </a:cubicBezTo>
                  <a:cubicBezTo>
                    <a:pt x="8" y="35"/>
                    <a:pt x="14" y="41"/>
                    <a:pt x="22" y="41"/>
                  </a:cubicBezTo>
                  <a:cubicBezTo>
                    <a:pt x="28" y="41"/>
                    <a:pt x="33" y="38"/>
                    <a:pt x="35" y="33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39" y="43"/>
                    <a:pt x="31" y="49"/>
                    <a:pt x="22" y="49"/>
                  </a:cubicBezTo>
                  <a:cubicBezTo>
                    <a:pt x="10" y="49"/>
                    <a:pt x="0" y="39"/>
                    <a:pt x="0" y="24"/>
                  </a:cubicBezTo>
                  <a:cubicBezTo>
                    <a:pt x="0" y="9"/>
                    <a:pt x="10" y="0"/>
                    <a:pt x="22" y="0"/>
                  </a:cubicBezTo>
                  <a:cubicBezTo>
                    <a:pt x="31" y="0"/>
                    <a:pt x="38" y="4"/>
                    <a:pt x="41" y="12"/>
                  </a:cubicBezTo>
                  <a:lnTo>
                    <a:pt x="34" y="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0" name="Freeform 78"/>
            <p:cNvSpPr>
              <a:spLocks/>
            </p:cNvSpPr>
            <p:nvPr userDrawn="1"/>
          </p:nvSpPr>
          <p:spPr bwMode="auto">
            <a:xfrm>
              <a:off x="4618038" y="5999163"/>
              <a:ext cx="109537" cy="149225"/>
            </a:xfrm>
            <a:custGeom>
              <a:avLst/>
              <a:gdLst>
                <a:gd name="T0" fmla="*/ 146287999 w 82"/>
                <a:gd name="T1" fmla="*/ 0 h 111"/>
                <a:gd name="T2" fmla="*/ 146287999 w 82"/>
                <a:gd name="T3" fmla="*/ 199293348 h 111"/>
                <a:gd name="T4" fmla="*/ 114176293 w 82"/>
                <a:gd name="T5" fmla="*/ 199293348 h 111"/>
                <a:gd name="T6" fmla="*/ 114176293 w 82"/>
                <a:gd name="T7" fmla="*/ 109521739 h 111"/>
                <a:gd name="T8" fmla="*/ 28543739 w 82"/>
                <a:gd name="T9" fmla="*/ 109521739 h 111"/>
                <a:gd name="T10" fmla="*/ 28543739 w 82"/>
                <a:gd name="T11" fmla="*/ 199293348 h 111"/>
                <a:gd name="T12" fmla="*/ 0 w 82"/>
                <a:gd name="T13" fmla="*/ 199293348 h 111"/>
                <a:gd name="T14" fmla="*/ 0 w 82"/>
                <a:gd name="T15" fmla="*/ 0 h 111"/>
                <a:gd name="T16" fmla="*/ 28543739 w 82"/>
                <a:gd name="T17" fmla="*/ 0 h 111"/>
                <a:gd name="T18" fmla="*/ 28543739 w 82"/>
                <a:gd name="T19" fmla="*/ 80795255 h 111"/>
                <a:gd name="T20" fmla="*/ 114176293 w 82"/>
                <a:gd name="T21" fmla="*/ 80795255 h 111"/>
                <a:gd name="T22" fmla="*/ 114176293 w 82"/>
                <a:gd name="T23" fmla="*/ 0 h 111"/>
                <a:gd name="T24" fmla="*/ 146287999 w 82"/>
                <a:gd name="T25" fmla="*/ 0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2" h="111">
                  <a:moveTo>
                    <a:pt x="82" y="0"/>
                  </a:moveTo>
                  <a:lnTo>
                    <a:pt x="82" y="111"/>
                  </a:lnTo>
                  <a:lnTo>
                    <a:pt x="64" y="111"/>
                  </a:lnTo>
                  <a:lnTo>
                    <a:pt x="64" y="61"/>
                  </a:lnTo>
                  <a:lnTo>
                    <a:pt x="16" y="61"/>
                  </a:lnTo>
                  <a:lnTo>
                    <a:pt x="16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45"/>
                  </a:lnTo>
                  <a:lnTo>
                    <a:pt x="64" y="45"/>
                  </a:lnTo>
                  <a:lnTo>
                    <a:pt x="64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1" name="Freeform 79"/>
            <p:cNvSpPr>
              <a:spLocks/>
            </p:cNvSpPr>
            <p:nvPr userDrawn="1"/>
          </p:nvSpPr>
          <p:spPr bwMode="auto">
            <a:xfrm>
              <a:off x="4795838" y="5999163"/>
              <a:ext cx="111125" cy="149225"/>
            </a:xfrm>
            <a:custGeom>
              <a:avLst/>
              <a:gdLst>
                <a:gd name="T0" fmla="*/ 148408107 w 83"/>
                <a:gd name="T1" fmla="*/ 0 h 111"/>
                <a:gd name="T2" fmla="*/ 148408107 w 83"/>
                <a:gd name="T3" fmla="*/ 25135674 h 111"/>
                <a:gd name="T4" fmla="*/ 89402071 w 83"/>
                <a:gd name="T5" fmla="*/ 25135674 h 111"/>
                <a:gd name="T6" fmla="*/ 89402071 w 83"/>
                <a:gd name="T7" fmla="*/ 199293348 h 111"/>
                <a:gd name="T8" fmla="*/ 59006036 w 83"/>
                <a:gd name="T9" fmla="*/ 199293348 h 111"/>
                <a:gd name="T10" fmla="*/ 59006036 w 83"/>
                <a:gd name="T11" fmla="*/ 25135674 h 111"/>
                <a:gd name="T12" fmla="*/ 0 w 83"/>
                <a:gd name="T13" fmla="*/ 25135674 h 111"/>
                <a:gd name="T14" fmla="*/ 0 w 83"/>
                <a:gd name="T15" fmla="*/ 0 h 111"/>
                <a:gd name="T16" fmla="*/ 148408107 w 83"/>
                <a:gd name="T17" fmla="*/ 0 h 1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3" h="111">
                  <a:moveTo>
                    <a:pt x="83" y="0"/>
                  </a:moveTo>
                  <a:lnTo>
                    <a:pt x="83" y="14"/>
                  </a:lnTo>
                  <a:lnTo>
                    <a:pt x="50" y="14"/>
                  </a:lnTo>
                  <a:lnTo>
                    <a:pt x="50" y="111"/>
                  </a:lnTo>
                  <a:lnTo>
                    <a:pt x="33" y="111"/>
                  </a:lnTo>
                  <a:lnTo>
                    <a:pt x="33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2" name="Freeform 80"/>
            <p:cNvSpPr>
              <a:spLocks/>
            </p:cNvSpPr>
            <p:nvPr userDrawn="1"/>
          </p:nvSpPr>
          <p:spPr bwMode="auto">
            <a:xfrm>
              <a:off x="4929188" y="5999163"/>
              <a:ext cx="109537" cy="149225"/>
            </a:xfrm>
            <a:custGeom>
              <a:avLst/>
              <a:gdLst>
                <a:gd name="T0" fmla="*/ 146287999 w 82"/>
                <a:gd name="T1" fmla="*/ 0 h 111"/>
                <a:gd name="T2" fmla="*/ 146287999 w 82"/>
                <a:gd name="T3" fmla="*/ 199293348 h 111"/>
                <a:gd name="T4" fmla="*/ 112391641 w 82"/>
                <a:gd name="T5" fmla="*/ 199293348 h 111"/>
                <a:gd name="T6" fmla="*/ 112391641 w 82"/>
                <a:gd name="T7" fmla="*/ 109521739 h 111"/>
                <a:gd name="T8" fmla="*/ 28543739 w 82"/>
                <a:gd name="T9" fmla="*/ 109521739 h 111"/>
                <a:gd name="T10" fmla="*/ 28543739 w 82"/>
                <a:gd name="T11" fmla="*/ 199293348 h 111"/>
                <a:gd name="T12" fmla="*/ 0 w 82"/>
                <a:gd name="T13" fmla="*/ 199293348 h 111"/>
                <a:gd name="T14" fmla="*/ 0 w 82"/>
                <a:gd name="T15" fmla="*/ 0 h 111"/>
                <a:gd name="T16" fmla="*/ 28543739 w 82"/>
                <a:gd name="T17" fmla="*/ 0 h 111"/>
                <a:gd name="T18" fmla="*/ 28543739 w 82"/>
                <a:gd name="T19" fmla="*/ 80795255 h 111"/>
                <a:gd name="T20" fmla="*/ 112391641 w 82"/>
                <a:gd name="T21" fmla="*/ 80795255 h 111"/>
                <a:gd name="T22" fmla="*/ 112391641 w 82"/>
                <a:gd name="T23" fmla="*/ 0 h 111"/>
                <a:gd name="T24" fmla="*/ 146287999 w 82"/>
                <a:gd name="T25" fmla="*/ 0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2" h="111">
                  <a:moveTo>
                    <a:pt x="82" y="0"/>
                  </a:moveTo>
                  <a:lnTo>
                    <a:pt x="82" y="111"/>
                  </a:lnTo>
                  <a:lnTo>
                    <a:pt x="63" y="111"/>
                  </a:lnTo>
                  <a:lnTo>
                    <a:pt x="63" y="61"/>
                  </a:lnTo>
                  <a:lnTo>
                    <a:pt x="16" y="61"/>
                  </a:lnTo>
                  <a:lnTo>
                    <a:pt x="16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45"/>
                  </a:lnTo>
                  <a:lnTo>
                    <a:pt x="63" y="45"/>
                  </a:lnTo>
                  <a:lnTo>
                    <a:pt x="63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3" name="Freeform 81"/>
            <p:cNvSpPr>
              <a:spLocks/>
            </p:cNvSpPr>
            <p:nvPr userDrawn="1"/>
          </p:nvSpPr>
          <p:spPr bwMode="auto">
            <a:xfrm>
              <a:off x="5073650" y="5999163"/>
              <a:ext cx="95250" cy="149225"/>
            </a:xfrm>
            <a:custGeom>
              <a:avLst/>
              <a:gdLst>
                <a:gd name="T0" fmla="*/ 127207046 w 71"/>
                <a:gd name="T1" fmla="*/ 168770786 h 111"/>
                <a:gd name="T2" fmla="*/ 127207046 w 71"/>
                <a:gd name="T3" fmla="*/ 199293348 h 111"/>
                <a:gd name="T4" fmla="*/ 0 w 71"/>
                <a:gd name="T5" fmla="*/ 199293348 h 111"/>
                <a:gd name="T6" fmla="*/ 0 w 71"/>
                <a:gd name="T7" fmla="*/ 0 h 111"/>
                <a:gd name="T8" fmla="*/ 123623768 w 71"/>
                <a:gd name="T9" fmla="*/ 0 h 111"/>
                <a:gd name="T10" fmla="*/ 123623768 w 71"/>
                <a:gd name="T11" fmla="*/ 25135674 h 111"/>
                <a:gd name="T12" fmla="*/ 30458535 w 71"/>
                <a:gd name="T13" fmla="*/ 25135674 h 111"/>
                <a:gd name="T14" fmla="*/ 30458535 w 71"/>
                <a:gd name="T15" fmla="*/ 80795255 h 111"/>
                <a:gd name="T16" fmla="*/ 102124099 w 71"/>
                <a:gd name="T17" fmla="*/ 80795255 h 111"/>
                <a:gd name="T18" fmla="*/ 102124099 w 71"/>
                <a:gd name="T19" fmla="*/ 105930929 h 111"/>
                <a:gd name="T20" fmla="*/ 30458535 w 71"/>
                <a:gd name="T21" fmla="*/ 105930929 h 111"/>
                <a:gd name="T22" fmla="*/ 30458535 w 71"/>
                <a:gd name="T23" fmla="*/ 168770786 h 111"/>
                <a:gd name="T24" fmla="*/ 127207046 w 71"/>
                <a:gd name="T25" fmla="*/ 168770786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1" h="111">
                  <a:moveTo>
                    <a:pt x="71" y="94"/>
                  </a:moveTo>
                  <a:lnTo>
                    <a:pt x="71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14"/>
                  </a:lnTo>
                  <a:lnTo>
                    <a:pt x="17" y="14"/>
                  </a:lnTo>
                  <a:lnTo>
                    <a:pt x="17" y="45"/>
                  </a:lnTo>
                  <a:lnTo>
                    <a:pt x="57" y="45"/>
                  </a:lnTo>
                  <a:lnTo>
                    <a:pt x="57" y="59"/>
                  </a:lnTo>
                  <a:lnTo>
                    <a:pt x="17" y="59"/>
                  </a:lnTo>
                  <a:lnTo>
                    <a:pt x="17" y="94"/>
                  </a:lnTo>
                  <a:lnTo>
                    <a:pt x="71" y="9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4" name="Freeform 82"/>
            <p:cNvSpPr>
              <a:spLocks/>
            </p:cNvSpPr>
            <p:nvPr userDrawn="1"/>
          </p:nvSpPr>
          <p:spPr bwMode="auto">
            <a:xfrm>
              <a:off x="5245100" y="5999163"/>
              <a:ext cx="95250" cy="149225"/>
            </a:xfrm>
            <a:custGeom>
              <a:avLst/>
              <a:gdLst>
                <a:gd name="T0" fmla="*/ 37625092 w 71"/>
                <a:gd name="T1" fmla="*/ 34113373 h 111"/>
                <a:gd name="T2" fmla="*/ 37625092 w 71"/>
                <a:gd name="T3" fmla="*/ 84386065 h 111"/>
                <a:gd name="T4" fmla="*/ 109290655 w 71"/>
                <a:gd name="T5" fmla="*/ 84386065 h 111"/>
                <a:gd name="T6" fmla="*/ 109290655 w 71"/>
                <a:gd name="T7" fmla="*/ 118498094 h 111"/>
                <a:gd name="T8" fmla="*/ 37625092 w 71"/>
                <a:gd name="T9" fmla="*/ 118498094 h 111"/>
                <a:gd name="T10" fmla="*/ 37625092 w 71"/>
                <a:gd name="T11" fmla="*/ 199293348 h 111"/>
                <a:gd name="T12" fmla="*/ 0 w 71"/>
                <a:gd name="T13" fmla="*/ 199293348 h 111"/>
                <a:gd name="T14" fmla="*/ 0 w 71"/>
                <a:gd name="T15" fmla="*/ 0 h 111"/>
                <a:gd name="T16" fmla="*/ 127207046 w 71"/>
                <a:gd name="T17" fmla="*/ 0 h 111"/>
                <a:gd name="T18" fmla="*/ 127207046 w 71"/>
                <a:gd name="T19" fmla="*/ 34113373 h 111"/>
                <a:gd name="T20" fmla="*/ 37625092 w 71"/>
                <a:gd name="T21" fmla="*/ 3411337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" h="111">
                  <a:moveTo>
                    <a:pt x="21" y="19"/>
                  </a:moveTo>
                  <a:lnTo>
                    <a:pt x="21" y="47"/>
                  </a:lnTo>
                  <a:lnTo>
                    <a:pt x="61" y="47"/>
                  </a:lnTo>
                  <a:lnTo>
                    <a:pt x="61" y="66"/>
                  </a:lnTo>
                  <a:lnTo>
                    <a:pt x="21" y="66"/>
                  </a:lnTo>
                  <a:lnTo>
                    <a:pt x="21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19"/>
                  </a:lnTo>
                  <a:lnTo>
                    <a:pt x="21" y="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5" name="Rectangle 83"/>
            <p:cNvSpPr>
              <a:spLocks noChangeArrowheads="1"/>
            </p:cNvSpPr>
            <p:nvPr userDrawn="1"/>
          </p:nvSpPr>
          <p:spPr bwMode="auto">
            <a:xfrm>
              <a:off x="5365750" y="5999163"/>
              <a:ext cx="26988" cy="149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6" name="Freeform 84"/>
            <p:cNvSpPr>
              <a:spLocks/>
            </p:cNvSpPr>
            <p:nvPr userDrawn="1"/>
          </p:nvSpPr>
          <p:spPr bwMode="auto">
            <a:xfrm>
              <a:off x="5426075" y="5999163"/>
              <a:ext cx="96838" cy="149225"/>
            </a:xfrm>
            <a:custGeom>
              <a:avLst/>
              <a:gdLst>
                <a:gd name="T0" fmla="*/ 129327812 w 73"/>
                <a:gd name="T1" fmla="*/ 159794432 h 111"/>
                <a:gd name="T2" fmla="*/ 129327812 w 73"/>
                <a:gd name="T3" fmla="*/ 199293348 h 111"/>
                <a:gd name="T4" fmla="*/ 0 w 73"/>
                <a:gd name="T5" fmla="*/ 199293348 h 111"/>
                <a:gd name="T6" fmla="*/ 0 w 73"/>
                <a:gd name="T7" fmla="*/ 0 h 111"/>
                <a:gd name="T8" fmla="*/ 37204364 w 73"/>
                <a:gd name="T9" fmla="*/ 0 h 111"/>
                <a:gd name="T10" fmla="*/ 37204364 w 73"/>
                <a:gd name="T11" fmla="*/ 159794432 h 111"/>
                <a:gd name="T12" fmla="*/ 129327812 w 73"/>
                <a:gd name="T13" fmla="*/ 159794432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111">
                  <a:moveTo>
                    <a:pt x="73" y="89"/>
                  </a:moveTo>
                  <a:lnTo>
                    <a:pt x="73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89"/>
                  </a:lnTo>
                  <a:lnTo>
                    <a:pt x="73" y="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7" name="Freeform 85"/>
            <p:cNvSpPr>
              <a:spLocks/>
            </p:cNvSpPr>
            <p:nvPr userDrawn="1"/>
          </p:nvSpPr>
          <p:spPr bwMode="auto">
            <a:xfrm>
              <a:off x="5541963" y="5999163"/>
              <a:ext cx="136525" cy="149225"/>
            </a:xfrm>
            <a:custGeom>
              <a:avLst/>
              <a:gdLst>
                <a:gd name="T0" fmla="*/ 432504850 w 43"/>
                <a:gd name="T1" fmla="*/ 0 h 47"/>
                <a:gd name="T2" fmla="*/ 432504850 w 43"/>
                <a:gd name="T3" fmla="*/ 470671525 h 47"/>
                <a:gd name="T4" fmla="*/ 341979250 w 43"/>
                <a:gd name="T5" fmla="*/ 470671525 h 47"/>
                <a:gd name="T6" fmla="*/ 341979250 w 43"/>
                <a:gd name="T7" fmla="*/ 310441975 h 47"/>
                <a:gd name="T8" fmla="*/ 341979250 w 43"/>
                <a:gd name="T9" fmla="*/ 150215600 h 47"/>
                <a:gd name="T10" fmla="*/ 341979250 w 43"/>
                <a:gd name="T11" fmla="*/ 150215600 h 47"/>
                <a:gd name="T12" fmla="*/ 301748825 w 43"/>
                <a:gd name="T13" fmla="*/ 220313250 h 47"/>
                <a:gd name="T14" fmla="*/ 241398425 w 43"/>
                <a:gd name="T15" fmla="*/ 350500950 h 47"/>
                <a:gd name="T16" fmla="*/ 191106425 w 43"/>
                <a:gd name="T17" fmla="*/ 350500950 h 47"/>
                <a:gd name="T18" fmla="*/ 120697625 w 43"/>
                <a:gd name="T19" fmla="*/ 220313250 h 47"/>
                <a:gd name="T20" fmla="*/ 90525600 w 43"/>
                <a:gd name="T21" fmla="*/ 150215600 h 47"/>
                <a:gd name="T22" fmla="*/ 90525600 w 43"/>
                <a:gd name="T23" fmla="*/ 150215600 h 47"/>
                <a:gd name="T24" fmla="*/ 90525600 w 43"/>
                <a:gd name="T25" fmla="*/ 310441975 h 47"/>
                <a:gd name="T26" fmla="*/ 90525600 w 43"/>
                <a:gd name="T27" fmla="*/ 470671525 h 47"/>
                <a:gd name="T28" fmla="*/ 0 w 43"/>
                <a:gd name="T29" fmla="*/ 470671525 h 47"/>
                <a:gd name="T30" fmla="*/ 0 w 43"/>
                <a:gd name="T31" fmla="*/ 0 h 47"/>
                <a:gd name="T32" fmla="*/ 90525600 w 43"/>
                <a:gd name="T33" fmla="*/ 0 h 47"/>
                <a:gd name="T34" fmla="*/ 181048025 w 43"/>
                <a:gd name="T35" fmla="*/ 160229550 h 47"/>
                <a:gd name="T36" fmla="*/ 211223225 w 43"/>
                <a:gd name="T37" fmla="*/ 230327200 h 47"/>
                <a:gd name="T38" fmla="*/ 221281625 w 43"/>
                <a:gd name="T39" fmla="*/ 230327200 h 47"/>
                <a:gd name="T40" fmla="*/ 251456825 w 43"/>
                <a:gd name="T41" fmla="*/ 160229550 h 47"/>
                <a:gd name="T42" fmla="*/ 341979250 w 43"/>
                <a:gd name="T43" fmla="*/ 0 h 47"/>
                <a:gd name="T44" fmla="*/ 432504850 w 43"/>
                <a:gd name="T45" fmla="*/ 0 h 4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3" h="47">
                  <a:moveTo>
                    <a:pt x="43" y="0"/>
                  </a:moveTo>
                  <a:cubicBezTo>
                    <a:pt x="43" y="47"/>
                    <a:pt x="43" y="47"/>
                    <a:pt x="43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22"/>
                    <a:pt x="34" y="15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4" y="15"/>
                    <a:pt x="31" y="20"/>
                    <a:pt x="30" y="22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1" y="20"/>
                    <a:pt x="9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9" y="22"/>
                    <a:pt x="9" y="31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1" y="21"/>
                    <a:pt x="21" y="23"/>
                    <a:pt x="21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1"/>
                    <a:pt x="25" y="16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8" name="Oval 86"/>
            <p:cNvSpPr>
              <a:spLocks noChangeArrowheads="1"/>
            </p:cNvSpPr>
            <p:nvPr userDrawn="1"/>
          </p:nvSpPr>
          <p:spPr bwMode="auto">
            <a:xfrm>
              <a:off x="3533775" y="5853113"/>
              <a:ext cx="439738" cy="438150"/>
            </a:xfrm>
            <a:prstGeom prst="ellipse">
              <a:avLst/>
            </a:prstGeom>
            <a:noFill/>
            <a:ln w="190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9" name="Freeform 87"/>
            <p:cNvSpPr>
              <a:spLocks/>
            </p:cNvSpPr>
            <p:nvPr userDrawn="1"/>
          </p:nvSpPr>
          <p:spPr bwMode="auto">
            <a:xfrm>
              <a:off x="3714750" y="5926138"/>
              <a:ext cx="141288" cy="290512"/>
            </a:xfrm>
            <a:custGeom>
              <a:avLst/>
              <a:gdLst>
                <a:gd name="T0" fmla="*/ 0 w 106"/>
                <a:gd name="T1" fmla="*/ 387982774 h 218"/>
                <a:gd name="T2" fmla="*/ 0 w 106"/>
                <a:gd name="T3" fmla="*/ 0 h 218"/>
                <a:gd name="T4" fmla="*/ 188691457 w 106"/>
                <a:gd name="T5" fmla="*/ 193991387 h 218"/>
                <a:gd name="T6" fmla="*/ 0 w 106"/>
                <a:gd name="T7" fmla="*/ 387982774 h 2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6" h="218">
                  <a:moveTo>
                    <a:pt x="0" y="218"/>
                  </a:moveTo>
                  <a:lnTo>
                    <a:pt x="0" y="0"/>
                  </a:lnTo>
                  <a:lnTo>
                    <a:pt x="106" y="109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</p:grpSp>
      <p:sp>
        <p:nvSpPr>
          <p:cNvPr id="20" name="AutoShape 72">
            <a:hlinkClick r:id="rId2"/>
          </p:cNvPr>
          <p:cNvSpPr>
            <a:spLocks noChangeAspect="1" noChangeArrowheads="1" noTextEdit="1"/>
          </p:cNvSpPr>
          <p:nvPr userDrawn="1"/>
        </p:nvSpPr>
        <p:spPr bwMode="auto">
          <a:xfrm>
            <a:off x="4910710" y="5827890"/>
            <a:ext cx="2367408" cy="5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4800" dirty="0">
              <a:latin typeface="+mj-lt"/>
            </a:endParaRP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897998" y="823245"/>
            <a:ext cx="2392832" cy="365535"/>
            <a:chOff x="3712598" y="617435"/>
            <a:chExt cx="1795091" cy="274151"/>
          </a:xfrm>
        </p:grpSpPr>
        <p:sp>
          <p:nvSpPr>
            <p:cNvPr id="22" name="Freeform 7"/>
            <p:cNvSpPr>
              <a:spLocks/>
            </p:cNvSpPr>
            <p:nvPr userDrawn="1"/>
          </p:nvSpPr>
          <p:spPr bwMode="auto">
            <a:xfrm>
              <a:off x="3712598" y="636506"/>
              <a:ext cx="688952" cy="240776"/>
            </a:xfrm>
            <a:custGeom>
              <a:avLst/>
              <a:gdLst>
                <a:gd name="T0" fmla="*/ 0 w 578"/>
                <a:gd name="T1" fmla="*/ 202 h 202"/>
                <a:gd name="T2" fmla="*/ 164 w 578"/>
                <a:gd name="T3" fmla="*/ 202 h 202"/>
                <a:gd name="T4" fmla="*/ 198 w 578"/>
                <a:gd name="T5" fmla="*/ 122 h 202"/>
                <a:gd name="T6" fmla="*/ 358 w 578"/>
                <a:gd name="T7" fmla="*/ 122 h 202"/>
                <a:gd name="T8" fmla="*/ 322 w 578"/>
                <a:gd name="T9" fmla="*/ 202 h 202"/>
                <a:gd name="T10" fmla="*/ 488 w 578"/>
                <a:gd name="T11" fmla="*/ 202 h 202"/>
                <a:gd name="T12" fmla="*/ 578 w 578"/>
                <a:gd name="T13" fmla="*/ 0 h 202"/>
                <a:gd name="T14" fmla="*/ 412 w 578"/>
                <a:gd name="T15" fmla="*/ 0 h 202"/>
                <a:gd name="T16" fmla="*/ 382 w 578"/>
                <a:gd name="T17" fmla="*/ 68 h 202"/>
                <a:gd name="T18" fmla="*/ 222 w 578"/>
                <a:gd name="T19" fmla="*/ 68 h 202"/>
                <a:gd name="T20" fmla="*/ 252 w 578"/>
                <a:gd name="T21" fmla="*/ 0 h 202"/>
                <a:gd name="T22" fmla="*/ 90 w 578"/>
                <a:gd name="T23" fmla="*/ 0 h 202"/>
                <a:gd name="T24" fmla="*/ 0 w 578"/>
                <a:gd name="T2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8" h="202">
                  <a:moveTo>
                    <a:pt x="0" y="202"/>
                  </a:moveTo>
                  <a:lnTo>
                    <a:pt x="164" y="202"/>
                  </a:lnTo>
                  <a:lnTo>
                    <a:pt x="198" y="122"/>
                  </a:lnTo>
                  <a:lnTo>
                    <a:pt x="358" y="122"/>
                  </a:lnTo>
                  <a:lnTo>
                    <a:pt x="322" y="202"/>
                  </a:lnTo>
                  <a:lnTo>
                    <a:pt x="488" y="202"/>
                  </a:lnTo>
                  <a:lnTo>
                    <a:pt x="578" y="0"/>
                  </a:lnTo>
                  <a:lnTo>
                    <a:pt x="412" y="0"/>
                  </a:lnTo>
                  <a:lnTo>
                    <a:pt x="382" y="68"/>
                  </a:lnTo>
                  <a:lnTo>
                    <a:pt x="222" y="68"/>
                  </a:lnTo>
                  <a:lnTo>
                    <a:pt x="252" y="0"/>
                  </a:lnTo>
                  <a:lnTo>
                    <a:pt x="90" y="0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23" name="Freeform 8"/>
            <p:cNvSpPr>
              <a:spLocks/>
            </p:cNvSpPr>
            <p:nvPr userDrawn="1"/>
          </p:nvSpPr>
          <p:spPr bwMode="auto">
            <a:xfrm>
              <a:off x="4368175" y="617435"/>
              <a:ext cx="650810" cy="274151"/>
            </a:xfrm>
            <a:custGeom>
              <a:avLst/>
              <a:gdLst>
                <a:gd name="T0" fmla="*/ 195 w 273"/>
                <a:gd name="T1" fmla="*/ 43 h 115"/>
                <a:gd name="T2" fmla="*/ 273 w 273"/>
                <a:gd name="T3" fmla="*/ 43 h 115"/>
                <a:gd name="T4" fmla="*/ 223 w 273"/>
                <a:gd name="T5" fmla="*/ 9 h 115"/>
                <a:gd name="T6" fmla="*/ 42 w 273"/>
                <a:gd name="T7" fmla="*/ 31 h 115"/>
                <a:gd name="T8" fmla="*/ 38 w 273"/>
                <a:gd name="T9" fmla="*/ 101 h 115"/>
                <a:gd name="T10" fmla="*/ 188 w 273"/>
                <a:gd name="T11" fmla="*/ 107 h 115"/>
                <a:gd name="T12" fmla="*/ 257 w 273"/>
                <a:gd name="T13" fmla="*/ 76 h 115"/>
                <a:gd name="T14" fmla="*/ 178 w 273"/>
                <a:gd name="T15" fmla="*/ 76 h 115"/>
                <a:gd name="T16" fmla="*/ 139 w 273"/>
                <a:gd name="T17" fmla="*/ 88 h 115"/>
                <a:gd name="T18" fmla="*/ 97 w 273"/>
                <a:gd name="T19" fmla="*/ 59 h 115"/>
                <a:gd name="T20" fmla="*/ 154 w 273"/>
                <a:gd name="T21" fmla="*/ 30 h 115"/>
                <a:gd name="T22" fmla="*/ 195 w 273"/>
                <a:gd name="T23" fmla="*/ 4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3" h="115">
                  <a:moveTo>
                    <a:pt x="195" y="43"/>
                  </a:moveTo>
                  <a:cubicBezTo>
                    <a:pt x="273" y="43"/>
                    <a:pt x="273" y="43"/>
                    <a:pt x="273" y="43"/>
                  </a:cubicBezTo>
                  <a:cubicBezTo>
                    <a:pt x="272" y="26"/>
                    <a:pt x="256" y="14"/>
                    <a:pt x="223" y="9"/>
                  </a:cubicBezTo>
                  <a:cubicBezTo>
                    <a:pt x="160" y="0"/>
                    <a:pt x="91" y="4"/>
                    <a:pt x="42" y="31"/>
                  </a:cubicBezTo>
                  <a:cubicBezTo>
                    <a:pt x="3" y="53"/>
                    <a:pt x="0" y="85"/>
                    <a:pt x="38" y="101"/>
                  </a:cubicBezTo>
                  <a:cubicBezTo>
                    <a:pt x="71" y="114"/>
                    <a:pt x="139" y="115"/>
                    <a:pt x="188" y="107"/>
                  </a:cubicBezTo>
                  <a:cubicBezTo>
                    <a:pt x="219" y="102"/>
                    <a:pt x="244" y="91"/>
                    <a:pt x="257" y="76"/>
                  </a:cubicBezTo>
                  <a:cubicBezTo>
                    <a:pt x="178" y="76"/>
                    <a:pt x="178" y="76"/>
                    <a:pt x="178" y="76"/>
                  </a:cubicBezTo>
                  <a:cubicBezTo>
                    <a:pt x="168" y="84"/>
                    <a:pt x="155" y="88"/>
                    <a:pt x="139" y="88"/>
                  </a:cubicBezTo>
                  <a:cubicBezTo>
                    <a:pt x="95" y="88"/>
                    <a:pt x="89" y="75"/>
                    <a:pt x="97" y="59"/>
                  </a:cubicBezTo>
                  <a:cubicBezTo>
                    <a:pt x="106" y="41"/>
                    <a:pt x="125" y="31"/>
                    <a:pt x="154" y="30"/>
                  </a:cubicBezTo>
                  <a:cubicBezTo>
                    <a:pt x="178" y="30"/>
                    <a:pt x="189" y="35"/>
                    <a:pt x="195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24" name="Freeform 9"/>
            <p:cNvSpPr>
              <a:spLocks/>
            </p:cNvSpPr>
            <p:nvPr userDrawn="1"/>
          </p:nvSpPr>
          <p:spPr bwMode="auto">
            <a:xfrm>
              <a:off x="5004682" y="636506"/>
              <a:ext cx="503007" cy="240776"/>
            </a:xfrm>
            <a:custGeom>
              <a:avLst/>
              <a:gdLst>
                <a:gd name="T0" fmla="*/ 258 w 422"/>
                <a:gd name="T1" fmla="*/ 0 h 202"/>
                <a:gd name="T2" fmla="*/ 190 w 422"/>
                <a:gd name="T3" fmla="*/ 154 h 202"/>
                <a:gd name="T4" fmla="*/ 422 w 422"/>
                <a:gd name="T5" fmla="*/ 154 h 202"/>
                <a:gd name="T6" fmla="*/ 400 w 422"/>
                <a:gd name="T7" fmla="*/ 202 h 202"/>
                <a:gd name="T8" fmla="*/ 0 w 422"/>
                <a:gd name="T9" fmla="*/ 202 h 202"/>
                <a:gd name="T10" fmla="*/ 90 w 422"/>
                <a:gd name="T11" fmla="*/ 0 h 202"/>
                <a:gd name="T12" fmla="*/ 258 w 422"/>
                <a:gd name="T1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2" h="202">
                  <a:moveTo>
                    <a:pt x="258" y="0"/>
                  </a:moveTo>
                  <a:lnTo>
                    <a:pt x="190" y="154"/>
                  </a:lnTo>
                  <a:lnTo>
                    <a:pt x="422" y="154"/>
                  </a:lnTo>
                  <a:lnTo>
                    <a:pt x="400" y="202"/>
                  </a:lnTo>
                  <a:lnTo>
                    <a:pt x="0" y="202"/>
                  </a:lnTo>
                  <a:lnTo>
                    <a:pt x="90" y="0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3615785" y="2644560"/>
            <a:ext cx="4957259" cy="1061640"/>
            <a:chOff x="2697049" y="1983421"/>
            <a:chExt cx="3718913" cy="796229"/>
          </a:xfrm>
        </p:grpSpPr>
        <p:sp>
          <p:nvSpPr>
            <p:cNvPr id="26" name="Freeform 51"/>
            <p:cNvSpPr>
              <a:spLocks noEditPoints="1"/>
            </p:cNvSpPr>
            <p:nvPr userDrawn="1"/>
          </p:nvSpPr>
          <p:spPr bwMode="auto">
            <a:xfrm>
              <a:off x="3412224" y="2588936"/>
              <a:ext cx="83437" cy="112044"/>
            </a:xfrm>
            <a:custGeom>
              <a:avLst/>
              <a:gdLst>
                <a:gd name="T0" fmla="*/ 19 w 35"/>
                <a:gd name="T1" fmla="*/ 0 h 47"/>
                <a:gd name="T2" fmla="*/ 32 w 35"/>
                <a:gd name="T3" fmla="*/ 12 h 47"/>
                <a:gd name="T4" fmla="*/ 25 w 35"/>
                <a:gd name="T5" fmla="*/ 21 h 47"/>
                <a:gd name="T6" fmla="*/ 25 w 35"/>
                <a:gd name="T7" fmla="*/ 21 h 47"/>
                <a:gd name="T8" fmla="*/ 35 w 35"/>
                <a:gd name="T9" fmla="*/ 33 h 47"/>
                <a:gd name="T10" fmla="*/ 19 w 35"/>
                <a:gd name="T11" fmla="*/ 47 h 47"/>
                <a:gd name="T12" fmla="*/ 0 w 35"/>
                <a:gd name="T13" fmla="*/ 47 h 47"/>
                <a:gd name="T14" fmla="*/ 0 w 35"/>
                <a:gd name="T15" fmla="*/ 0 h 47"/>
                <a:gd name="T16" fmla="*/ 19 w 35"/>
                <a:gd name="T17" fmla="*/ 0 h 47"/>
                <a:gd name="T18" fmla="*/ 17 w 35"/>
                <a:gd name="T19" fmla="*/ 19 h 47"/>
                <a:gd name="T20" fmla="*/ 25 w 35"/>
                <a:gd name="T21" fmla="*/ 13 h 47"/>
                <a:gd name="T22" fmla="*/ 17 w 35"/>
                <a:gd name="T23" fmla="*/ 6 h 47"/>
                <a:gd name="T24" fmla="*/ 8 w 35"/>
                <a:gd name="T25" fmla="*/ 6 h 47"/>
                <a:gd name="T26" fmla="*/ 8 w 35"/>
                <a:gd name="T27" fmla="*/ 19 h 47"/>
                <a:gd name="T28" fmla="*/ 17 w 35"/>
                <a:gd name="T29" fmla="*/ 19 h 47"/>
                <a:gd name="T30" fmla="*/ 19 w 35"/>
                <a:gd name="T31" fmla="*/ 41 h 47"/>
                <a:gd name="T32" fmla="*/ 28 w 35"/>
                <a:gd name="T33" fmla="*/ 33 h 47"/>
                <a:gd name="T34" fmla="*/ 19 w 35"/>
                <a:gd name="T35" fmla="*/ 25 h 47"/>
                <a:gd name="T36" fmla="*/ 8 w 35"/>
                <a:gd name="T37" fmla="*/ 25 h 47"/>
                <a:gd name="T38" fmla="*/ 8 w 35"/>
                <a:gd name="T39" fmla="*/ 41 h 47"/>
                <a:gd name="T40" fmla="*/ 19 w 35"/>
                <a:gd name="T41" fmla="*/ 4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" h="47">
                  <a:moveTo>
                    <a:pt x="19" y="0"/>
                  </a:moveTo>
                  <a:cubicBezTo>
                    <a:pt x="27" y="0"/>
                    <a:pt x="32" y="5"/>
                    <a:pt x="32" y="12"/>
                  </a:cubicBezTo>
                  <a:cubicBezTo>
                    <a:pt x="32" y="16"/>
                    <a:pt x="29" y="20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30" y="22"/>
                    <a:pt x="35" y="27"/>
                    <a:pt x="35" y="33"/>
                  </a:cubicBezTo>
                  <a:cubicBezTo>
                    <a:pt x="35" y="41"/>
                    <a:pt x="30" y="47"/>
                    <a:pt x="19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9" y="0"/>
                  </a:lnTo>
                  <a:close/>
                  <a:moveTo>
                    <a:pt x="17" y="19"/>
                  </a:moveTo>
                  <a:cubicBezTo>
                    <a:pt x="22" y="19"/>
                    <a:pt x="25" y="16"/>
                    <a:pt x="25" y="13"/>
                  </a:cubicBezTo>
                  <a:cubicBezTo>
                    <a:pt x="25" y="9"/>
                    <a:pt x="22" y="6"/>
                    <a:pt x="1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19"/>
                    <a:pt x="8" y="19"/>
                    <a:pt x="8" y="19"/>
                  </a:cubicBezTo>
                  <a:lnTo>
                    <a:pt x="17" y="19"/>
                  </a:lnTo>
                  <a:close/>
                  <a:moveTo>
                    <a:pt x="19" y="41"/>
                  </a:moveTo>
                  <a:cubicBezTo>
                    <a:pt x="24" y="41"/>
                    <a:pt x="28" y="37"/>
                    <a:pt x="28" y="33"/>
                  </a:cubicBezTo>
                  <a:cubicBezTo>
                    <a:pt x="28" y="28"/>
                    <a:pt x="24" y="25"/>
                    <a:pt x="19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41"/>
                    <a:pt x="8" y="41"/>
                    <a:pt x="8" y="41"/>
                  </a:cubicBezTo>
                  <a:lnTo>
                    <a:pt x="19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27" name="Freeform 52"/>
            <p:cNvSpPr>
              <a:spLocks/>
            </p:cNvSpPr>
            <p:nvPr userDrawn="1"/>
          </p:nvSpPr>
          <p:spPr bwMode="auto">
            <a:xfrm>
              <a:off x="3521884" y="2588936"/>
              <a:ext cx="78669" cy="112044"/>
            </a:xfrm>
            <a:custGeom>
              <a:avLst/>
              <a:gdLst>
                <a:gd name="T0" fmla="*/ 66 w 66"/>
                <a:gd name="T1" fmla="*/ 80 h 94"/>
                <a:gd name="T2" fmla="*/ 66 w 66"/>
                <a:gd name="T3" fmla="*/ 94 h 94"/>
                <a:gd name="T4" fmla="*/ 0 w 66"/>
                <a:gd name="T5" fmla="*/ 94 h 94"/>
                <a:gd name="T6" fmla="*/ 0 w 66"/>
                <a:gd name="T7" fmla="*/ 0 h 94"/>
                <a:gd name="T8" fmla="*/ 64 w 66"/>
                <a:gd name="T9" fmla="*/ 0 h 94"/>
                <a:gd name="T10" fmla="*/ 64 w 66"/>
                <a:gd name="T11" fmla="*/ 14 h 94"/>
                <a:gd name="T12" fmla="*/ 16 w 66"/>
                <a:gd name="T13" fmla="*/ 14 h 94"/>
                <a:gd name="T14" fmla="*/ 16 w 66"/>
                <a:gd name="T15" fmla="*/ 38 h 94"/>
                <a:gd name="T16" fmla="*/ 54 w 66"/>
                <a:gd name="T17" fmla="*/ 38 h 94"/>
                <a:gd name="T18" fmla="*/ 54 w 66"/>
                <a:gd name="T19" fmla="*/ 52 h 94"/>
                <a:gd name="T20" fmla="*/ 16 w 66"/>
                <a:gd name="T21" fmla="*/ 52 h 94"/>
                <a:gd name="T22" fmla="*/ 16 w 66"/>
                <a:gd name="T23" fmla="*/ 80 h 94"/>
                <a:gd name="T24" fmla="*/ 66 w 66"/>
                <a:gd name="T25" fmla="*/ 8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94">
                  <a:moveTo>
                    <a:pt x="66" y="80"/>
                  </a:moveTo>
                  <a:lnTo>
                    <a:pt x="66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6" y="14"/>
                  </a:lnTo>
                  <a:lnTo>
                    <a:pt x="16" y="38"/>
                  </a:lnTo>
                  <a:lnTo>
                    <a:pt x="54" y="38"/>
                  </a:lnTo>
                  <a:lnTo>
                    <a:pt x="54" y="52"/>
                  </a:lnTo>
                  <a:lnTo>
                    <a:pt x="16" y="52"/>
                  </a:lnTo>
                  <a:lnTo>
                    <a:pt x="16" y="80"/>
                  </a:lnTo>
                  <a:lnTo>
                    <a:pt x="66" y="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28" name="Freeform 53"/>
            <p:cNvSpPr>
              <a:spLocks/>
            </p:cNvSpPr>
            <p:nvPr userDrawn="1"/>
          </p:nvSpPr>
          <p:spPr bwMode="auto">
            <a:xfrm>
              <a:off x="3619625" y="2588936"/>
              <a:ext cx="102508" cy="112044"/>
            </a:xfrm>
            <a:custGeom>
              <a:avLst/>
              <a:gdLst>
                <a:gd name="T0" fmla="*/ 43 w 43"/>
                <a:gd name="T1" fmla="*/ 0 h 47"/>
                <a:gd name="T2" fmla="*/ 25 w 43"/>
                <a:gd name="T3" fmla="*/ 25 h 47"/>
                <a:gd name="T4" fmla="*/ 25 w 43"/>
                <a:gd name="T5" fmla="*/ 47 h 47"/>
                <a:gd name="T6" fmla="*/ 18 w 43"/>
                <a:gd name="T7" fmla="*/ 47 h 47"/>
                <a:gd name="T8" fmla="*/ 18 w 43"/>
                <a:gd name="T9" fmla="*/ 25 h 47"/>
                <a:gd name="T10" fmla="*/ 0 w 43"/>
                <a:gd name="T11" fmla="*/ 0 h 47"/>
                <a:gd name="T12" fmla="*/ 8 w 43"/>
                <a:gd name="T13" fmla="*/ 0 h 47"/>
                <a:gd name="T14" fmla="*/ 19 w 43"/>
                <a:gd name="T15" fmla="*/ 14 h 47"/>
                <a:gd name="T16" fmla="*/ 21 w 43"/>
                <a:gd name="T17" fmla="*/ 18 h 47"/>
                <a:gd name="T18" fmla="*/ 22 w 43"/>
                <a:gd name="T19" fmla="*/ 18 h 47"/>
                <a:gd name="T20" fmla="*/ 24 w 43"/>
                <a:gd name="T21" fmla="*/ 14 h 47"/>
                <a:gd name="T22" fmla="*/ 35 w 43"/>
                <a:gd name="T23" fmla="*/ 0 h 47"/>
                <a:gd name="T24" fmla="*/ 43 w 43"/>
                <a:gd name="T2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7">
                  <a:moveTo>
                    <a:pt x="43" y="0"/>
                  </a:moveTo>
                  <a:cubicBezTo>
                    <a:pt x="25" y="25"/>
                    <a:pt x="25" y="25"/>
                    <a:pt x="25" y="25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0" y="16"/>
                    <a:pt x="21" y="18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3" y="16"/>
                    <a:pt x="24" y="14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29" name="Freeform 54"/>
            <p:cNvSpPr>
              <a:spLocks noEditPoints="1"/>
            </p:cNvSpPr>
            <p:nvPr userDrawn="1"/>
          </p:nvSpPr>
          <p:spPr bwMode="auto">
            <a:xfrm>
              <a:off x="3726901" y="2586552"/>
              <a:ext cx="114428" cy="116812"/>
            </a:xfrm>
            <a:custGeom>
              <a:avLst/>
              <a:gdLst>
                <a:gd name="T0" fmla="*/ 24 w 48"/>
                <a:gd name="T1" fmla="*/ 0 h 49"/>
                <a:gd name="T2" fmla="*/ 48 w 48"/>
                <a:gd name="T3" fmla="*/ 24 h 49"/>
                <a:gd name="T4" fmla="*/ 24 w 48"/>
                <a:gd name="T5" fmla="*/ 49 h 49"/>
                <a:gd name="T6" fmla="*/ 0 w 48"/>
                <a:gd name="T7" fmla="*/ 24 h 49"/>
                <a:gd name="T8" fmla="*/ 24 w 48"/>
                <a:gd name="T9" fmla="*/ 0 h 49"/>
                <a:gd name="T10" fmla="*/ 24 w 48"/>
                <a:gd name="T11" fmla="*/ 41 h 49"/>
                <a:gd name="T12" fmla="*/ 41 w 48"/>
                <a:gd name="T13" fmla="*/ 24 h 49"/>
                <a:gd name="T14" fmla="*/ 24 w 48"/>
                <a:gd name="T15" fmla="*/ 7 h 49"/>
                <a:gd name="T16" fmla="*/ 7 w 48"/>
                <a:gd name="T17" fmla="*/ 24 h 49"/>
                <a:gd name="T18" fmla="*/ 24 w 48"/>
                <a:gd name="T19" fmla="*/ 4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9">
                  <a:moveTo>
                    <a:pt x="24" y="0"/>
                  </a:moveTo>
                  <a:cubicBezTo>
                    <a:pt x="37" y="0"/>
                    <a:pt x="48" y="10"/>
                    <a:pt x="48" y="24"/>
                  </a:cubicBezTo>
                  <a:cubicBezTo>
                    <a:pt x="48" y="39"/>
                    <a:pt x="37" y="49"/>
                    <a:pt x="24" y="49"/>
                  </a:cubicBezTo>
                  <a:cubicBezTo>
                    <a:pt x="11" y="49"/>
                    <a:pt x="0" y="39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moveTo>
                    <a:pt x="24" y="41"/>
                  </a:moveTo>
                  <a:cubicBezTo>
                    <a:pt x="34" y="41"/>
                    <a:pt x="41" y="35"/>
                    <a:pt x="41" y="24"/>
                  </a:cubicBezTo>
                  <a:cubicBezTo>
                    <a:pt x="41" y="14"/>
                    <a:pt x="34" y="7"/>
                    <a:pt x="24" y="7"/>
                  </a:cubicBezTo>
                  <a:cubicBezTo>
                    <a:pt x="14" y="7"/>
                    <a:pt x="7" y="14"/>
                    <a:pt x="7" y="24"/>
                  </a:cubicBezTo>
                  <a:cubicBezTo>
                    <a:pt x="7" y="35"/>
                    <a:pt x="14" y="41"/>
                    <a:pt x="24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0" name="Freeform 55"/>
            <p:cNvSpPr>
              <a:spLocks/>
            </p:cNvSpPr>
            <p:nvPr userDrawn="1"/>
          </p:nvSpPr>
          <p:spPr bwMode="auto">
            <a:xfrm>
              <a:off x="3867553" y="2588936"/>
              <a:ext cx="92973" cy="112044"/>
            </a:xfrm>
            <a:custGeom>
              <a:avLst/>
              <a:gdLst>
                <a:gd name="T0" fmla="*/ 39 w 39"/>
                <a:gd name="T1" fmla="*/ 0 h 47"/>
                <a:gd name="T2" fmla="*/ 39 w 39"/>
                <a:gd name="T3" fmla="*/ 47 h 47"/>
                <a:gd name="T4" fmla="*/ 32 w 39"/>
                <a:gd name="T5" fmla="*/ 47 h 47"/>
                <a:gd name="T6" fmla="*/ 15 w 39"/>
                <a:gd name="T7" fmla="*/ 24 h 47"/>
                <a:gd name="T8" fmla="*/ 7 w 39"/>
                <a:gd name="T9" fmla="*/ 12 h 47"/>
                <a:gd name="T10" fmla="*/ 7 w 39"/>
                <a:gd name="T11" fmla="*/ 12 h 47"/>
                <a:gd name="T12" fmla="*/ 7 w 39"/>
                <a:gd name="T13" fmla="*/ 27 h 47"/>
                <a:gd name="T14" fmla="*/ 7 w 39"/>
                <a:gd name="T15" fmla="*/ 47 h 47"/>
                <a:gd name="T16" fmla="*/ 0 w 39"/>
                <a:gd name="T17" fmla="*/ 47 h 47"/>
                <a:gd name="T18" fmla="*/ 0 w 39"/>
                <a:gd name="T19" fmla="*/ 0 h 47"/>
                <a:gd name="T20" fmla="*/ 7 w 39"/>
                <a:gd name="T21" fmla="*/ 0 h 47"/>
                <a:gd name="T22" fmla="*/ 24 w 39"/>
                <a:gd name="T23" fmla="*/ 23 h 47"/>
                <a:gd name="T24" fmla="*/ 32 w 39"/>
                <a:gd name="T25" fmla="*/ 34 h 47"/>
                <a:gd name="T26" fmla="*/ 32 w 39"/>
                <a:gd name="T27" fmla="*/ 34 h 47"/>
                <a:gd name="T28" fmla="*/ 32 w 39"/>
                <a:gd name="T29" fmla="*/ 20 h 47"/>
                <a:gd name="T30" fmla="*/ 32 w 39"/>
                <a:gd name="T31" fmla="*/ 0 h 47"/>
                <a:gd name="T32" fmla="*/ 39 w 39"/>
                <a:gd name="T3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47">
                  <a:moveTo>
                    <a:pt x="39" y="0"/>
                  </a:moveTo>
                  <a:cubicBezTo>
                    <a:pt x="39" y="47"/>
                    <a:pt x="39" y="47"/>
                    <a:pt x="39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1" y="18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9"/>
                    <a:pt x="7" y="2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7" y="28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27"/>
                    <a:pt x="32" y="2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1" name="Freeform 56"/>
            <p:cNvSpPr>
              <a:spLocks noEditPoints="1"/>
            </p:cNvSpPr>
            <p:nvPr userDrawn="1"/>
          </p:nvSpPr>
          <p:spPr bwMode="auto">
            <a:xfrm>
              <a:off x="3996284" y="2588936"/>
              <a:ext cx="104892" cy="112044"/>
            </a:xfrm>
            <a:custGeom>
              <a:avLst/>
              <a:gdLst>
                <a:gd name="T0" fmla="*/ 20 w 44"/>
                <a:gd name="T1" fmla="*/ 0 h 47"/>
                <a:gd name="T2" fmla="*/ 44 w 44"/>
                <a:gd name="T3" fmla="*/ 24 h 47"/>
                <a:gd name="T4" fmla="*/ 20 w 44"/>
                <a:gd name="T5" fmla="*/ 47 h 47"/>
                <a:gd name="T6" fmla="*/ 0 w 44"/>
                <a:gd name="T7" fmla="*/ 47 h 47"/>
                <a:gd name="T8" fmla="*/ 0 w 44"/>
                <a:gd name="T9" fmla="*/ 0 h 47"/>
                <a:gd name="T10" fmla="*/ 20 w 44"/>
                <a:gd name="T11" fmla="*/ 0 h 47"/>
                <a:gd name="T12" fmla="*/ 20 w 44"/>
                <a:gd name="T13" fmla="*/ 40 h 47"/>
                <a:gd name="T14" fmla="*/ 36 w 44"/>
                <a:gd name="T15" fmla="*/ 24 h 47"/>
                <a:gd name="T16" fmla="*/ 20 w 44"/>
                <a:gd name="T17" fmla="*/ 7 h 47"/>
                <a:gd name="T18" fmla="*/ 7 w 44"/>
                <a:gd name="T19" fmla="*/ 7 h 47"/>
                <a:gd name="T20" fmla="*/ 7 w 44"/>
                <a:gd name="T21" fmla="*/ 40 h 47"/>
                <a:gd name="T22" fmla="*/ 20 w 44"/>
                <a:gd name="T23" fmla="*/ 4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47">
                  <a:moveTo>
                    <a:pt x="20" y="0"/>
                  </a:moveTo>
                  <a:cubicBezTo>
                    <a:pt x="33" y="0"/>
                    <a:pt x="44" y="10"/>
                    <a:pt x="44" y="24"/>
                  </a:cubicBezTo>
                  <a:cubicBezTo>
                    <a:pt x="44" y="38"/>
                    <a:pt x="33" y="47"/>
                    <a:pt x="2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0" y="0"/>
                  </a:lnTo>
                  <a:close/>
                  <a:moveTo>
                    <a:pt x="20" y="40"/>
                  </a:moveTo>
                  <a:cubicBezTo>
                    <a:pt x="29" y="40"/>
                    <a:pt x="36" y="34"/>
                    <a:pt x="36" y="24"/>
                  </a:cubicBezTo>
                  <a:cubicBezTo>
                    <a:pt x="36" y="13"/>
                    <a:pt x="29" y="7"/>
                    <a:pt x="20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0"/>
                    <a:pt x="7" y="40"/>
                    <a:pt x="7" y="40"/>
                  </a:cubicBezTo>
                  <a:lnTo>
                    <a:pt x="20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2" name="Freeform 57"/>
            <p:cNvSpPr>
              <a:spLocks/>
            </p:cNvSpPr>
            <p:nvPr userDrawn="1"/>
          </p:nvSpPr>
          <p:spPr bwMode="auto">
            <a:xfrm>
              <a:off x="4163158" y="2588936"/>
              <a:ext cx="88205" cy="112044"/>
            </a:xfrm>
            <a:custGeom>
              <a:avLst/>
              <a:gdLst>
                <a:gd name="T0" fmla="*/ 74 w 74"/>
                <a:gd name="T1" fmla="*/ 0 h 94"/>
                <a:gd name="T2" fmla="*/ 74 w 74"/>
                <a:gd name="T3" fmla="*/ 14 h 94"/>
                <a:gd name="T4" fmla="*/ 44 w 74"/>
                <a:gd name="T5" fmla="*/ 14 h 94"/>
                <a:gd name="T6" fmla="*/ 44 w 74"/>
                <a:gd name="T7" fmla="*/ 94 h 94"/>
                <a:gd name="T8" fmla="*/ 30 w 74"/>
                <a:gd name="T9" fmla="*/ 94 h 94"/>
                <a:gd name="T10" fmla="*/ 30 w 74"/>
                <a:gd name="T11" fmla="*/ 14 h 94"/>
                <a:gd name="T12" fmla="*/ 0 w 74"/>
                <a:gd name="T13" fmla="*/ 14 h 94"/>
                <a:gd name="T14" fmla="*/ 0 w 74"/>
                <a:gd name="T15" fmla="*/ 0 h 94"/>
                <a:gd name="T16" fmla="*/ 74 w 74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" h="94">
                  <a:moveTo>
                    <a:pt x="74" y="0"/>
                  </a:moveTo>
                  <a:lnTo>
                    <a:pt x="74" y="14"/>
                  </a:lnTo>
                  <a:lnTo>
                    <a:pt x="44" y="14"/>
                  </a:lnTo>
                  <a:lnTo>
                    <a:pt x="44" y="94"/>
                  </a:lnTo>
                  <a:lnTo>
                    <a:pt x="30" y="94"/>
                  </a:lnTo>
                  <a:lnTo>
                    <a:pt x="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3" name="Freeform 58"/>
            <p:cNvSpPr>
              <a:spLocks/>
            </p:cNvSpPr>
            <p:nvPr userDrawn="1"/>
          </p:nvSpPr>
          <p:spPr bwMode="auto">
            <a:xfrm>
              <a:off x="4275203" y="2588936"/>
              <a:ext cx="90589" cy="112044"/>
            </a:xfrm>
            <a:custGeom>
              <a:avLst/>
              <a:gdLst>
                <a:gd name="T0" fmla="*/ 76 w 76"/>
                <a:gd name="T1" fmla="*/ 0 h 94"/>
                <a:gd name="T2" fmla="*/ 76 w 76"/>
                <a:gd name="T3" fmla="*/ 94 h 94"/>
                <a:gd name="T4" fmla="*/ 60 w 76"/>
                <a:gd name="T5" fmla="*/ 94 h 94"/>
                <a:gd name="T6" fmla="*/ 60 w 76"/>
                <a:gd name="T7" fmla="*/ 52 h 94"/>
                <a:gd name="T8" fmla="*/ 16 w 76"/>
                <a:gd name="T9" fmla="*/ 52 h 94"/>
                <a:gd name="T10" fmla="*/ 16 w 76"/>
                <a:gd name="T11" fmla="*/ 94 h 94"/>
                <a:gd name="T12" fmla="*/ 0 w 76"/>
                <a:gd name="T13" fmla="*/ 94 h 94"/>
                <a:gd name="T14" fmla="*/ 0 w 76"/>
                <a:gd name="T15" fmla="*/ 0 h 94"/>
                <a:gd name="T16" fmla="*/ 16 w 76"/>
                <a:gd name="T17" fmla="*/ 0 h 94"/>
                <a:gd name="T18" fmla="*/ 16 w 76"/>
                <a:gd name="T19" fmla="*/ 38 h 94"/>
                <a:gd name="T20" fmla="*/ 60 w 76"/>
                <a:gd name="T21" fmla="*/ 38 h 94"/>
                <a:gd name="T22" fmla="*/ 60 w 76"/>
                <a:gd name="T23" fmla="*/ 0 h 94"/>
                <a:gd name="T24" fmla="*/ 76 w 7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6" h="94">
                  <a:moveTo>
                    <a:pt x="76" y="0"/>
                  </a:moveTo>
                  <a:lnTo>
                    <a:pt x="76" y="94"/>
                  </a:lnTo>
                  <a:lnTo>
                    <a:pt x="60" y="94"/>
                  </a:lnTo>
                  <a:lnTo>
                    <a:pt x="60" y="52"/>
                  </a:lnTo>
                  <a:lnTo>
                    <a:pt x="16" y="52"/>
                  </a:lnTo>
                  <a:lnTo>
                    <a:pt x="16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38"/>
                  </a:lnTo>
                  <a:lnTo>
                    <a:pt x="60" y="38"/>
                  </a:lnTo>
                  <a:lnTo>
                    <a:pt x="6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4" name="Freeform 59"/>
            <p:cNvSpPr>
              <a:spLocks/>
            </p:cNvSpPr>
            <p:nvPr userDrawn="1"/>
          </p:nvSpPr>
          <p:spPr bwMode="auto">
            <a:xfrm>
              <a:off x="4399166" y="2588936"/>
              <a:ext cx="78669" cy="112044"/>
            </a:xfrm>
            <a:custGeom>
              <a:avLst/>
              <a:gdLst>
                <a:gd name="T0" fmla="*/ 66 w 66"/>
                <a:gd name="T1" fmla="*/ 80 h 94"/>
                <a:gd name="T2" fmla="*/ 66 w 66"/>
                <a:gd name="T3" fmla="*/ 94 h 94"/>
                <a:gd name="T4" fmla="*/ 0 w 66"/>
                <a:gd name="T5" fmla="*/ 94 h 94"/>
                <a:gd name="T6" fmla="*/ 0 w 66"/>
                <a:gd name="T7" fmla="*/ 0 h 94"/>
                <a:gd name="T8" fmla="*/ 64 w 66"/>
                <a:gd name="T9" fmla="*/ 0 h 94"/>
                <a:gd name="T10" fmla="*/ 64 w 66"/>
                <a:gd name="T11" fmla="*/ 14 h 94"/>
                <a:gd name="T12" fmla="*/ 16 w 66"/>
                <a:gd name="T13" fmla="*/ 14 h 94"/>
                <a:gd name="T14" fmla="*/ 16 w 66"/>
                <a:gd name="T15" fmla="*/ 38 h 94"/>
                <a:gd name="T16" fmla="*/ 54 w 66"/>
                <a:gd name="T17" fmla="*/ 38 h 94"/>
                <a:gd name="T18" fmla="*/ 54 w 66"/>
                <a:gd name="T19" fmla="*/ 52 h 94"/>
                <a:gd name="T20" fmla="*/ 16 w 66"/>
                <a:gd name="T21" fmla="*/ 52 h 94"/>
                <a:gd name="T22" fmla="*/ 16 w 66"/>
                <a:gd name="T23" fmla="*/ 80 h 94"/>
                <a:gd name="T24" fmla="*/ 66 w 66"/>
                <a:gd name="T25" fmla="*/ 8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94">
                  <a:moveTo>
                    <a:pt x="66" y="80"/>
                  </a:moveTo>
                  <a:lnTo>
                    <a:pt x="66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6" y="14"/>
                  </a:lnTo>
                  <a:lnTo>
                    <a:pt x="16" y="38"/>
                  </a:lnTo>
                  <a:lnTo>
                    <a:pt x="54" y="38"/>
                  </a:lnTo>
                  <a:lnTo>
                    <a:pt x="54" y="52"/>
                  </a:lnTo>
                  <a:lnTo>
                    <a:pt x="16" y="52"/>
                  </a:lnTo>
                  <a:lnTo>
                    <a:pt x="16" y="80"/>
                  </a:lnTo>
                  <a:lnTo>
                    <a:pt x="66" y="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5" name="Freeform 60"/>
            <p:cNvSpPr>
              <a:spLocks/>
            </p:cNvSpPr>
            <p:nvPr userDrawn="1"/>
          </p:nvSpPr>
          <p:spPr bwMode="auto">
            <a:xfrm>
              <a:off x="4546969" y="2586552"/>
              <a:ext cx="109660" cy="116812"/>
            </a:xfrm>
            <a:custGeom>
              <a:avLst/>
              <a:gdLst>
                <a:gd name="T0" fmla="*/ 38 w 46"/>
                <a:gd name="T1" fmla="*/ 14 h 49"/>
                <a:gd name="T2" fmla="*/ 24 w 46"/>
                <a:gd name="T3" fmla="*/ 7 h 49"/>
                <a:gd name="T4" fmla="*/ 7 w 46"/>
                <a:gd name="T5" fmla="*/ 24 h 49"/>
                <a:gd name="T6" fmla="*/ 24 w 46"/>
                <a:gd name="T7" fmla="*/ 41 h 49"/>
                <a:gd name="T8" fmla="*/ 39 w 46"/>
                <a:gd name="T9" fmla="*/ 33 h 49"/>
                <a:gd name="T10" fmla="*/ 46 w 46"/>
                <a:gd name="T11" fmla="*/ 35 h 49"/>
                <a:gd name="T12" fmla="*/ 24 w 46"/>
                <a:gd name="T13" fmla="*/ 49 h 49"/>
                <a:gd name="T14" fmla="*/ 0 w 46"/>
                <a:gd name="T15" fmla="*/ 24 h 49"/>
                <a:gd name="T16" fmla="*/ 24 w 46"/>
                <a:gd name="T17" fmla="*/ 0 h 49"/>
                <a:gd name="T18" fmla="*/ 45 w 46"/>
                <a:gd name="T19" fmla="*/ 12 h 49"/>
                <a:gd name="T20" fmla="*/ 38 w 46"/>
                <a:gd name="T21" fmla="*/ 1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49">
                  <a:moveTo>
                    <a:pt x="38" y="14"/>
                  </a:moveTo>
                  <a:cubicBezTo>
                    <a:pt x="35" y="10"/>
                    <a:pt x="30" y="7"/>
                    <a:pt x="24" y="7"/>
                  </a:cubicBezTo>
                  <a:cubicBezTo>
                    <a:pt x="14" y="7"/>
                    <a:pt x="7" y="14"/>
                    <a:pt x="7" y="24"/>
                  </a:cubicBezTo>
                  <a:cubicBezTo>
                    <a:pt x="7" y="35"/>
                    <a:pt x="15" y="41"/>
                    <a:pt x="24" y="41"/>
                  </a:cubicBezTo>
                  <a:cubicBezTo>
                    <a:pt x="30" y="41"/>
                    <a:pt x="36" y="38"/>
                    <a:pt x="39" y="33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2" y="43"/>
                    <a:pt x="34" y="49"/>
                    <a:pt x="24" y="49"/>
                  </a:cubicBezTo>
                  <a:cubicBezTo>
                    <a:pt x="11" y="49"/>
                    <a:pt x="0" y="39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3" y="0"/>
                    <a:pt x="41" y="5"/>
                    <a:pt x="45" y="12"/>
                  </a:cubicBezTo>
                  <a:lnTo>
                    <a:pt x="38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6" name="Freeform 61"/>
            <p:cNvSpPr>
              <a:spLocks noEditPoints="1"/>
            </p:cNvSpPr>
            <p:nvPr userDrawn="1"/>
          </p:nvSpPr>
          <p:spPr bwMode="auto">
            <a:xfrm>
              <a:off x="4673317" y="2586552"/>
              <a:ext cx="116812" cy="116812"/>
            </a:xfrm>
            <a:custGeom>
              <a:avLst/>
              <a:gdLst>
                <a:gd name="T0" fmla="*/ 24 w 49"/>
                <a:gd name="T1" fmla="*/ 0 h 49"/>
                <a:gd name="T2" fmla="*/ 49 w 49"/>
                <a:gd name="T3" fmla="*/ 24 h 49"/>
                <a:gd name="T4" fmla="*/ 24 w 49"/>
                <a:gd name="T5" fmla="*/ 49 h 49"/>
                <a:gd name="T6" fmla="*/ 0 w 49"/>
                <a:gd name="T7" fmla="*/ 24 h 49"/>
                <a:gd name="T8" fmla="*/ 24 w 49"/>
                <a:gd name="T9" fmla="*/ 0 h 49"/>
                <a:gd name="T10" fmla="*/ 24 w 49"/>
                <a:gd name="T11" fmla="*/ 41 h 49"/>
                <a:gd name="T12" fmla="*/ 41 w 49"/>
                <a:gd name="T13" fmla="*/ 24 h 49"/>
                <a:gd name="T14" fmla="*/ 24 w 49"/>
                <a:gd name="T15" fmla="*/ 7 h 49"/>
                <a:gd name="T16" fmla="*/ 8 w 49"/>
                <a:gd name="T17" fmla="*/ 24 h 49"/>
                <a:gd name="T18" fmla="*/ 24 w 49"/>
                <a:gd name="T19" fmla="*/ 4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cubicBezTo>
                    <a:pt x="38" y="0"/>
                    <a:pt x="49" y="10"/>
                    <a:pt x="49" y="24"/>
                  </a:cubicBezTo>
                  <a:cubicBezTo>
                    <a:pt x="49" y="39"/>
                    <a:pt x="38" y="49"/>
                    <a:pt x="24" y="49"/>
                  </a:cubicBezTo>
                  <a:cubicBezTo>
                    <a:pt x="11" y="49"/>
                    <a:pt x="0" y="39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moveTo>
                    <a:pt x="24" y="41"/>
                  </a:moveTo>
                  <a:cubicBezTo>
                    <a:pt x="34" y="41"/>
                    <a:pt x="41" y="35"/>
                    <a:pt x="41" y="24"/>
                  </a:cubicBezTo>
                  <a:cubicBezTo>
                    <a:pt x="41" y="14"/>
                    <a:pt x="34" y="7"/>
                    <a:pt x="24" y="7"/>
                  </a:cubicBezTo>
                  <a:cubicBezTo>
                    <a:pt x="15" y="7"/>
                    <a:pt x="8" y="14"/>
                    <a:pt x="8" y="24"/>
                  </a:cubicBezTo>
                  <a:cubicBezTo>
                    <a:pt x="8" y="35"/>
                    <a:pt x="15" y="41"/>
                    <a:pt x="24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7" name="Freeform 62"/>
            <p:cNvSpPr>
              <a:spLocks/>
            </p:cNvSpPr>
            <p:nvPr userDrawn="1"/>
          </p:nvSpPr>
          <p:spPr bwMode="auto">
            <a:xfrm>
              <a:off x="4813968" y="2588936"/>
              <a:ext cx="95357" cy="112044"/>
            </a:xfrm>
            <a:custGeom>
              <a:avLst/>
              <a:gdLst>
                <a:gd name="T0" fmla="*/ 40 w 40"/>
                <a:gd name="T1" fmla="*/ 0 h 47"/>
                <a:gd name="T2" fmla="*/ 40 w 40"/>
                <a:gd name="T3" fmla="*/ 47 h 47"/>
                <a:gd name="T4" fmla="*/ 33 w 40"/>
                <a:gd name="T5" fmla="*/ 47 h 47"/>
                <a:gd name="T6" fmla="*/ 16 w 40"/>
                <a:gd name="T7" fmla="*/ 24 h 47"/>
                <a:gd name="T8" fmla="*/ 8 w 40"/>
                <a:gd name="T9" fmla="*/ 12 h 47"/>
                <a:gd name="T10" fmla="*/ 7 w 40"/>
                <a:gd name="T11" fmla="*/ 12 h 47"/>
                <a:gd name="T12" fmla="*/ 8 w 40"/>
                <a:gd name="T13" fmla="*/ 27 h 47"/>
                <a:gd name="T14" fmla="*/ 8 w 40"/>
                <a:gd name="T15" fmla="*/ 47 h 47"/>
                <a:gd name="T16" fmla="*/ 0 w 40"/>
                <a:gd name="T17" fmla="*/ 47 h 47"/>
                <a:gd name="T18" fmla="*/ 0 w 40"/>
                <a:gd name="T19" fmla="*/ 0 h 47"/>
                <a:gd name="T20" fmla="*/ 7 w 40"/>
                <a:gd name="T21" fmla="*/ 0 h 47"/>
                <a:gd name="T22" fmla="*/ 24 w 40"/>
                <a:gd name="T23" fmla="*/ 23 h 47"/>
                <a:gd name="T24" fmla="*/ 32 w 40"/>
                <a:gd name="T25" fmla="*/ 34 h 47"/>
                <a:gd name="T26" fmla="*/ 32 w 40"/>
                <a:gd name="T27" fmla="*/ 34 h 47"/>
                <a:gd name="T28" fmla="*/ 32 w 40"/>
                <a:gd name="T29" fmla="*/ 20 h 47"/>
                <a:gd name="T30" fmla="*/ 32 w 40"/>
                <a:gd name="T31" fmla="*/ 0 h 47"/>
                <a:gd name="T32" fmla="*/ 40 w 40"/>
                <a:gd name="T3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" h="47">
                  <a:moveTo>
                    <a:pt x="40" y="0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2" y="18"/>
                    <a:pt x="8" y="12"/>
                    <a:pt x="8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8" y="19"/>
                    <a:pt x="8" y="2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8" y="28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27"/>
                    <a:pt x="32" y="2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8" name="Freeform 63"/>
            <p:cNvSpPr>
              <a:spLocks/>
            </p:cNvSpPr>
            <p:nvPr userDrawn="1"/>
          </p:nvSpPr>
          <p:spPr bwMode="auto">
            <a:xfrm>
              <a:off x="4930780" y="2588936"/>
              <a:ext cx="90589" cy="112044"/>
            </a:xfrm>
            <a:custGeom>
              <a:avLst/>
              <a:gdLst>
                <a:gd name="T0" fmla="*/ 76 w 76"/>
                <a:gd name="T1" fmla="*/ 0 h 94"/>
                <a:gd name="T2" fmla="*/ 76 w 76"/>
                <a:gd name="T3" fmla="*/ 14 h 94"/>
                <a:gd name="T4" fmla="*/ 46 w 76"/>
                <a:gd name="T5" fmla="*/ 14 h 94"/>
                <a:gd name="T6" fmla="*/ 46 w 76"/>
                <a:gd name="T7" fmla="*/ 94 h 94"/>
                <a:gd name="T8" fmla="*/ 32 w 76"/>
                <a:gd name="T9" fmla="*/ 94 h 94"/>
                <a:gd name="T10" fmla="*/ 32 w 76"/>
                <a:gd name="T11" fmla="*/ 14 h 94"/>
                <a:gd name="T12" fmla="*/ 0 w 76"/>
                <a:gd name="T13" fmla="*/ 14 h 94"/>
                <a:gd name="T14" fmla="*/ 0 w 76"/>
                <a:gd name="T15" fmla="*/ 0 h 94"/>
                <a:gd name="T16" fmla="*/ 76 w 76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4">
                  <a:moveTo>
                    <a:pt x="76" y="0"/>
                  </a:moveTo>
                  <a:lnTo>
                    <a:pt x="76" y="14"/>
                  </a:lnTo>
                  <a:lnTo>
                    <a:pt x="46" y="14"/>
                  </a:lnTo>
                  <a:lnTo>
                    <a:pt x="46" y="94"/>
                  </a:lnTo>
                  <a:lnTo>
                    <a:pt x="32" y="94"/>
                  </a:lnTo>
                  <a:lnTo>
                    <a:pt x="32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9" name="Freeform 64"/>
            <p:cNvSpPr>
              <a:spLocks noEditPoints="1"/>
            </p:cNvSpPr>
            <p:nvPr userDrawn="1"/>
          </p:nvSpPr>
          <p:spPr bwMode="auto">
            <a:xfrm>
              <a:off x="5045208" y="2588936"/>
              <a:ext cx="83437" cy="112044"/>
            </a:xfrm>
            <a:custGeom>
              <a:avLst/>
              <a:gdLst>
                <a:gd name="T0" fmla="*/ 26 w 35"/>
                <a:gd name="T1" fmla="*/ 47 h 47"/>
                <a:gd name="T2" fmla="*/ 17 w 35"/>
                <a:gd name="T3" fmla="*/ 30 h 47"/>
                <a:gd name="T4" fmla="*/ 15 w 35"/>
                <a:gd name="T5" fmla="*/ 30 h 47"/>
                <a:gd name="T6" fmla="*/ 7 w 35"/>
                <a:gd name="T7" fmla="*/ 30 h 47"/>
                <a:gd name="T8" fmla="*/ 7 w 35"/>
                <a:gd name="T9" fmla="*/ 47 h 47"/>
                <a:gd name="T10" fmla="*/ 0 w 35"/>
                <a:gd name="T11" fmla="*/ 47 h 47"/>
                <a:gd name="T12" fmla="*/ 0 w 35"/>
                <a:gd name="T13" fmla="*/ 0 h 47"/>
                <a:gd name="T14" fmla="*/ 15 w 35"/>
                <a:gd name="T15" fmla="*/ 0 h 47"/>
                <a:gd name="T16" fmla="*/ 33 w 35"/>
                <a:gd name="T17" fmla="*/ 15 h 47"/>
                <a:gd name="T18" fmla="*/ 24 w 35"/>
                <a:gd name="T19" fmla="*/ 29 h 47"/>
                <a:gd name="T20" fmla="*/ 35 w 35"/>
                <a:gd name="T21" fmla="*/ 47 h 47"/>
                <a:gd name="T22" fmla="*/ 26 w 35"/>
                <a:gd name="T23" fmla="*/ 47 h 47"/>
                <a:gd name="T24" fmla="*/ 16 w 35"/>
                <a:gd name="T25" fmla="*/ 24 h 47"/>
                <a:gd name="T26" fmla="*/ 25 w 35"/>
                <a:gd name="T27" fmla="*/ 15 h 47"/>
                <a:gd name="T28" fmla="*/ 16 w 35"/>
                <a:gd name="T29" fmla="*/ 7 h 47"/>
                <a:gd name="T30" fmla="*/ 7 w 35"/>
                <a:gd name="T31" fmla="*/ 7 h 47"/>
                <a:gd name="T32" fmla="*/ 7 w 35"/>
                <a:gd name="T33" fmla="*/ 24 h 47"/>
                <a:gd name="T34" fmla="*/ 16 w 35"/>
                <a:gd name="T35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47">
                  <a:moveTo>
                    <a:pt x="26" y="47"/>
                  </a:moveTo>
                  <a:cubicBezTo>
                    <a:pt x="17" y="30"/>
                    <a:pt x="17" y="30"/>
                    <a:pt x="17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6" y="0"/>
                    <a:pt x="33" y="6"/>
                    <a:pt x="33" y="15"/>
                  </a:cubicBezTo>
                  <a:cubicBezTo>
                    <a:pt x="33" y="22"/>
                    <a:pt x="30" y="26"/>
                    <a:pt x="24" y="29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26" y="47"/>
                  </a:lnTo>
                  <a:close/>
                  <a:moveTo>
                    <a:pt x="16" y="24"/>
                  </a:moveTo>
                  <a:cubicBezTo>
                    <a:pt x="22" y="24"/>
                    <a:pt x="25" y="20"/>
                    <a:pt x="25" y="15"/>
                  </a:cubicBezTo>
                  <a:cubicBezTo>
                    <a:pt x="25" y="10"/>
                    <a:pt x="22" y="7"/>
                    <a:pt x="16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4"/>
                    <a:pt x="7" y="24"/>
                    <a:pt x="7" y="24"/>
                  </a:cubicBezTo>
                  <a:lnTo>
                    <a:pt x="16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0" name="Freeform 65"/>
            <p:cNvSpPr>
              <a:spLocks noEditPoints="1"/>
            </p:cNvSpPr>
            <p:nvPr userDrawn="1"/>
          </p:nvSpPr>
          <p:spPr bwMode="auto">
            <a:xfrm>
              <a:off x="5142949" y="2588936"/>
              <a:ext cx="109660" cy="112044"/>
            </a:xfrm>
            <a:custGeom>
              <a:avLst/>
              <a:gdLst>
                <a:gd name="T0" fmla="*/ 34 w 46"/>
                <a:gd name="T1" fmla="*/ 36 h 47"/>
                <a:gd name="T2" fmla="*/ 12 w 46"/>
                <a:gd name="T3" fmla="*/ 36 h 47"/>
                <a:gd name="T4" fmla="*/ 8 w 46"/>
                <a:gd name="T5" fmla="*/ 47 h 47"/>
                <a:gd name="T6" fmla="*/ 0 w 46"/>
                <a:gd name="T7" fmla="*/ 47 h 47"/>
                <a:gd name="T8" fmla="*/ 20 w 46"/>
                <a:gd name="T9" fmla="*/ 0 h 47"/>
                <a:gd name="T10" fmla="*/ 26 w 46"/>
                <a:gd name="T11" fmla="*/ 0 h 47"/>
                <a:gd name="T12" fmla="*/ 46 w 46"/>
                <a:gd name="T13" fmla="*/ 47 h 47"/>
                <a:gd name="T14" fmla="*/ 38 w 46"/>
                <a:gd name="T15" fmla="*/ 47 h 47"/>
                <a:gd name="T16" fmla="*/ 34 w 46"/>
                <a:gd name="T17" fmla="*/ 36 h 47"/>
                <a:gd name="T18" fmla="*/ 31 w 46"/>
                <a:gd name="T19" fmla="*/ 30 h 47"/>
                <a:gd name="T20" fmla="*/ 25 w 46"/>
                <a:gd name="T21" fmla="*/ 15 h 47"/>
                <a:gd name="T22" fmla="*/ 23 w 46"/>
                <a:gd name="T23" fmla="*/ 9 h 47"/>
                <a:gd name="T24" fmla="*/ 23 w 46"/>
                <a:gd name="T25" fmla="*/ 9 h 47"/>
                <a:gd name="T26" fmla="*/ 21 w 46"/>
                <a:gd name="T27" fmla="*/ 15 h 47"/>
                <a:gd name="T28" fmla="*/ 15 w 46"/>
                <a:gd name="T29" fmla="*/ 30 h 47"/>
                <a:gd name="T30" fmla="*/ 31 w 46"/>
                <a:gd name="T31" fmla="*/ 3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" h="47">
                  <a:moveTo>
                    <a:pt x="34" y="36"/>
                  </a:moveTo>
                  <a:cubicBezTo>
                    <a:pt x="12" y="36"/>
                    <a:pt x="12" y="36"/>
                    <a:pt x="12" y="3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8" y="47"/>
                    <a:pt x="38" y="47"/>
                    <a:pt x="38" y="47"/>
                  </a:cubicBezTo>
                  <a:lnTo>
                    <a:pt x="34" y="36"/>
                  </a:lnTo>
                  <a:close/>
                  <a:moveTo>
                    <a:pt x="31" y="30"/>
                  </a:moveTo>
                  <a:cubicBezTo>
                    <a:pt x="25" y="15"/>
                    <a:pt x="25" y="15"/>
                    <a:pt x="25" y="15"/>
                  </a:cubicBezTo>
                  <a:cubicBezTo>
                    <a:pt x="24" y="13"/>
                    <a:pt x="23" y="9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2" y="13"/>
                    <a:pt x="21" y="15"/>
                  </a:cubicBezTo>
                  <a:cubicBezTo>
                    <a:pt x="15" y="30"/>
                    <a:pt x="15" y="30"/>
                    <a:pt x="15" y="30"/>
                  </a:cubicBezTo>
                  <a:lnTo>
                    <a:pt x="31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1" name="Freeform 66"/>
            <p:cNvSpPr>
              <a:spLocks/>
            </p:cNvSpPr>
            <p:nvPr userDrawn="1"/>
          </p:nvSpPr>
          <p:spPr bwMode="auto">
            <a:xfrm>
              <a:off x="5262145" y="2586552"/>
              <a:ext cx="109660" cy="116812"/>
            </a:xfrm>
            <a:custGeom>
              <a:avLst/>
              <a:gdLst>
                <a:gd name="T0" fmla="*/ 37 w 46"/>
                <a:gd name="T1" fmla="*/ 14 h 49"/>
                <a:gd name="T2" fmla="*/ 24 w 46"/>
                <a:gd name="T3" fmla="*/ 7 h 49"/>
                <a:gd name="T4" fmla="*/ 7 w 46"/>
                <a:gd name="T5" fmla="*/ 24 h 49"/>
                <a:gd name="T6" fmla="*/ 24 w 46"/>
                <a:gd name="T7" fmla="*/ 41 h 49"/>
                <a:gd name="T8" fmla="*/ 38 w 46"/>
                <a:gd name="T9" fmla="*/ 33 h 49"/>
                <a:gd name="T10" fmla="*/ 46 w 46"/>
                <a:gd name="T11" fmla="*/ 35 h 49"/>
                <a:gd name="T12" fmla="*/ 24 w 46"/>
                <a:gd name="T13" fmla="*/ 49 h 49"/>
                <a:gd name="T14" fmla="*/ 0 w 46"/>
                <a:gd name="T15" fmla="*/ 24 h 49"/>
                <a:gd name="T16" fmla="*/ 24 w 46"/>
                <a:gd name="T17" fmla="*/ 0 h 49"/>
                <a:gd name="T18" fmla="*/ 45 w 46"/>
                <a:gd name="T19" fmla="*/ 12 h 49"/>
                <a:gd name="T20" fmla="*/ 37 w 46"/>
                <a:gd name="T21" fmla="*/ 1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49">
                  <a:moveTo>
                    <a:pt x="37" y="14"/>
                  </a:moveTo>
                  <a:cubicBezTo>
                    <a:pt x="35" y="10"/>
                    <a:pt x="29" y="7"/>
                    <a:pt x="24" y="7"/>
                  </a:cubicBezTo>
                  <a:cubicBezTo>
                    <a:pt x="14" y="7"/>
                    <a:pt x="7" y="14"/>
                    <a:pt x="7" y="24"/>
                  </a:cubicBezTo>
                  <a:cubicBezTo>
                    <a:pt x="7" y="35"/>
                    <a:pt x="14" y="41"/>
                    <a:pt x="24" y="41"/>
                  </a:cubicBezTo>
                  <a:cubicBezTo>
                    <a:pt x="30" y="41"/>
                    <a:pt x="36" y="38"/>
                    <a:pt x="38" y="33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2" y="43"/>
                    <a:pt x="33" y="49"/>
                    <a:pt x="24" y="49"/>
                  </a:cubicBezTo>
                  <a:cubicBezTo>
                    <a:pt x="10" y="49"/>
                    <a:pt x="0" y="39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33" y="0"/>
                    <a:pt x="41" y="5"/>
                    <a:pt x="45" y="12"/>
                  </a:cubicBezTo>
                  <a:lnTo>
                    <a:pt x="37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2" name="Freeform 67"/>
            <p:cNvSpPr>
              <a:spLocks/>
            </p:cNvSpPr>
            <p:nvPr userDrawn="1"/>
          </p:nvSpPr>
          <p:spPr bwMode="auto">
            <a:xfrm>
              <a:off x="5383725" y="2588936"/>
              <a:ext cx="90589" cy="112044"/>
            </a:xfrm>
            <a:custGeom>
              <a:avLst/>
              <a:gdLst>
                <a:gd name="T0" fmla="*/ 76 w 76"/>
                <a:gd name="T1" fmla="*/ 0 h 94"/>
                <a:gd name="T2" fmla="*/ 76 w 76"/>
                <a:gd name="T3" fmla="*/ 14 h 94"/>
                <a:gd name="T4" fmla="*/ 46 w 76"/>
                <a:gd name="T5" fmla="*/ 14 h 94"/>
                <a:gd name="T6" fmla="*/ 46 w 76"/>
                <a:gd name="T7" fmla="*/ 94 h 94"/>
                <a:gd name="T8" fmla="*/ 30 w 76"/>
                <a:gd name="T9" fmla="*/ 94 h 94"/>
                <a:gd name="T10" fmla="*/ 30 w 76"/>
                <a:gd name="T11" fmla="*/ 14 h 94"/>
                <a:gd name="T12" fmla="*/ 0 w 76"/>
                <a:gd name="T13" fmla="*/ 14 h 94"/>
                <a:gd name="T14" fmla="*/ 0 w 76"/>
                <a:gd name="T15" fmla="*/ 0 h 94"/>
                <a:gd name="T16" fmla="*/ 76 w 76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4">
                  <a:moveTo>
                    <a:pt x="76" y="0"/>
                  </a:moveTo>
                  <a:lnTo>
                    <a:pt x="76" y="14"/>
                  </a:lnTo>
                  <a:lnTo>
                    <a:pt x="46" y="14"/>
                  </a:lnTo>
                  <a:lnTo>
                    <a:pt x="46" y="94"/>
                  </a:lnTo>
                  <a:lnTo>
                    <a:pt x="30" y="94"/>
                  </a:lnTo>
                  <a:lnTo>
                    <a:pt x="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3" name="Freeform 68"/>
            <p:cNvSpPr>
              <a:spLocks/>
            </p:cNvSpPr>
            <p:nvPr userDrawn="1"/>
          </p:nvSpPr>
          <p:spPr bwMode="auto">
            <a:xfrm>
              <a:off x="4444461" y="2100233"/>
              <a:ext cx="45294" cy="66750"/>
            </a:xfrm>
            <a:custGeom>
              <a:avLst/>
              <a:gdLst>
                <a:gd name="T0" fmla="*/ 17 w 19"/>
                <a:gd name="T1" fmla="*/ 13 h 28"/>
                <a:gd name="T2" fmla="*/ 5 w 19"/>
                <a:gd name="T3" fmla="*/ 9 h 28"/>
                <a:gd name="T4" fmla="*/ 8 w 19"/>
                <a:gd name="T5" fmla="*/ 25 h 28"/>
                <a:gd name="T6" fmla="*/ 13 w 19"/>
                <a:gd name="T7" fmla="*/ 26 h 28"/>
                <a:gd name="T8" fmla="*/ 14 w 19"/>
                <a:gd name="T9" fmla="*/ 21 h 28"/>
                <a:gd name="T10" fmla="*/ 17 w 19"/>
                <a:gd name="T11" fmla="*/ 1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8">
                  <a:moveTo>
                    <a:pt x="17" y="13"/>
                  </a:moveTo>
                  <a:cubicBezTo>
                    <a:pt x="17" y="13"/>
                    <a:pt x="12" y="0"/>
                    <a:pt x="5" y="9"/>
                  </a:cubicBezTo>
                  <a:cubicBezTo>
                    <a:pt x="5" y="9"/>
                    <a:pt x="0" y="13"/>
                    <a:pt x="8" y="25"/>
                  </a:cubicBezTo>
                  <a:cubicBezTo>
                    <a:pt x="8" y="25"/>
                    <a:pt x="10" y="28"/>
                    <a:pt x="13" y="26"/>
                  </a:cubicBezTo>
                  <a:cubicBezTo>
                    <a:pt x="13" y="26"/>
                    <a:pt x="16" y="26"/>
                    <a:pt x="14" y="21"/>
                  </a:cubicBezTo>
                  <a:cubicBezTo>
                    <a:pt x="14" y="21"/>
                    <a:pt x="19" y="21"/>
                    <a:pt x="17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4" name="Freeform 69"/>
            <p:cNvSpPr>
              <a:spLocks/>
            </p:cNvSpPr>
            <p:nvPr userDrawn="1"/>
          </p:nvSpPr>
          <p:spPr bwMode="auto">
            <a:xfrm>
              <a:off x="5884348" y="2088313"/>
              <a:ext cx="45294" cy="64366"/>
            </a:xfrm>
            <a:custGeom>
              <a:avLst/>
              <a:gdLst>
                <a:gd name="T0" fmla="*/ 16 w 19"/>
                <a:gd name="T1" fmla="*/ 12 h 27"/>
                <a:gd name="T2" fmla="*/ 4 w 19"/>
                <a:gd name="T3" fmla="*/ 8 h 27"/>
                <a:gd name="T4" fmla="*/ 8 w 19"/>
                <a:gd name="T5" fmla="*/ 24 h 27"/>
                <a:gd name="T6" fmla="*/ 12 w 19"/>
                <a:gd name="T7" fmla="*/ 26 h 27"/>
                <a:gd name="T8" fmla="*/ 14 w 19"/>
                <a:gd name="T9" fmla="*/ 21 h 27"/>
                <a:gd name="T10" fmla="*/ 16 w 19"/>
                <a:gd name="T11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16" y="12"/>
                  </a:moveTo>
                  <a:cubicBezTo>
                    <a:pt x="16" y="12"/>
                    <a:pt x="12" y="0"/>
                    <a:pt x="4" y="8"/>
                  </a:cubicBezTo>
                  <a:cubicBezTo>
                    <a:pt x="4" y="8"/>
                    <a:pt x="0" y="12"/>
                    <a:pt x="8" y="24"/>
                  </a:cubicBezTo>
                  <a:cubicBezTo>
                    <a:pt x="8" y="24"/>
                    <a:pt x="10" y="27"/>
                    <a:pt x="12" y="26"/>
                  </a:cubicBezTo>
                  <a:cubicBezTo>
                    <a:pt x="12" y="26"/>
                    <a:pt x="16" y="25"/>
                    <a:pt x="14" y="21"/>
                  </a:cubicBezTo>
                  <a:cubicBezTo>
                    <a:pt x="14" y="21"/>
                    <a:pt x="19" y="20"/>
                    <a:pt x="16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5" name="Freeform 70"/>
            <p:cNvSpPr>
              <a:spLocks noEditPoints="1"/>
            </p:cNvSpPr>
            <p:nvPr userDrawn="1"/>
          </p:nvSpPr>
          <p:spPr bwMode="auto">
            <a:xfrm>
              <a:off x="2697049" y="2076393"/>
              <a:ext cx="1022701" cy="488703"/>
            </a:xfrm>
            <a:custGeom>
              <a:avLst/>
              <a:gdLst>
                <a:gd name="T0" fmla="*/ 406 w 429"/>
                <a:gd name="T1" fmla="*/ 144 h 205"/>
                <a:gd name="T2" fmla="*/ 377 w 429"/>
                <a:gd name="T3" fmla="*/ 95 h 205"/>
                <a:gd name="T4" fmla="*/ 429 w 429"/>
                <a:gd name="T5" fmla="*/ 20 h 205"/>
                <a:gd name="T6" fmla="*/ 397 w 429"/>
                <a:gd name="T7" fmla="*/ 31 h 205"/>
                <a:gd name="T8" fmla="*/ 368 w 429"/>
                <a:gd name="T9" fmla="*/ 93 h 205"/>
                <a:gd name="T10" fmla="*/ 275 w 429"/>
                <a:gd name="T11" fmla="*/ 150 h 205"/>
                <a:gd name="T12" fmla="*/ 235 w 429"/>
                <a:gd name="T13" fmla="*/ 134 h 205"/>
                <a:gd name="T14" fmla="*/ 253 w 429"/>
                <a:gd name="T15" fmla="*/ 122 h 205"/>
                <a:gd name="T16" fmla="*/ 259 w 429"/>
                <a:gd name="T17" fmla="*/ 105 h 205"/>
                <a:gd name="T18" fmla="*/ 228 w 429"/>
                <a:gd name="T19" fmla="*/ 123 h 205"/>
                <a:gd name="T20" fmla="*/ 228 w 429"/>
                <a:gd name="T21" fmla="*/ 130 h 205"/>
                <a:gd name="T22" fmla="*/ 183 w 429"/>
                <a:gd name="T23" fmla="*/ 143 h 205"/>
                <a:gd name="T24" fmla="*/ 79 w 429"/>
                <a:gd name="T25" fmla="*/ 102 h 205"/>
                <a:gd name="T26" fmla="*/ 132 w 429"/>
                <a:gd name="T27" fmla="*/ 47 h 205"/>
                <a:gd name="T28" fmla="*/ 121 w 429"/>
                <a:gd name="T29" fmla="*/ 29 h 205"/>
                <a:gd name="T30" fmla="*/ 17 w 429"/>
                <a:gd name="T31" fmla="*/ 143 h 205"/>
                <a:gd name="T32" fmla="*/ 23 w 429"/>
                <a:gd name="T33" fmla="*/ 198 h 205"/>
                <a:gd name="T34" fmla="*/ 64 w 429"/>
                <a:gd name="T35" fmla="*/ 117 h 205"/>
                <a:gd name="T36" fmla="*/ 69 w 429"/>
                <a:gd name="T37" fmla="*/ 108 h 205"/>
                <a:gd name="T38" fmla="*/ 99 w 429"/>
                <a:gd name="T39" fmla="*/ 130 h 205"/>
                <a:gd name="T40" fmla="*/ 227 w 429"/>
                <a:gd name="T41" fmla="*/ 138 h 205"/>
                <a:gd name="T42" fmla="*/ 307 w 429"/>
                <a:gd name="T43" fmla="*/ 145 h 205"/>
                <a:gd name="T44" fmla="*/ 368 w 429"/>
                <a:gd name="T45" fmla="*/ 102 h 205"/>
                <a:gd name="T46" fmla="*/ 379 w 429"/>
                <a:gd name="T47" fmla="*/ 136 h 205"/>
                <a:gd name="T48" fmla="*/ 404 w 429"/>
                <a:gd name="T49" fmla="*/ 150 h 205"/>
                <a:gd name="T50" fmla="*/ 406 w 429"/>
                <a:gd name="T51" fmla="*/ 144 h 205"/>
                <a:gd name="T52" fmla="*/ 380 w 429"/>
                <a:gd name="T53" fmla="*/ 76 h 205"/>
                <a:gd name="T54" fmla="*/ 417 w 429"/>
                <a:gd name="T55" fmla="*/ 23 h 205"/>
                <a:gd name="T56" fmla="*/ 410 w 429"/>
                <a:gd name="T57" fmla="*/ 47 h 205"/>
                <a:gd name="T58" fmla="*/ 378 w 429"/>
                <a:gd name="T59" fmla="*/ 84 h 205"/>
                <a:gd name="T60" fmla="*/ 380 w 429"/>
                <a:gd name="T61" fmla="*/ 76 h 205"/>
                <a:gd name="T62" fmla="*/ 237 w 429"/>
                <a:gd name="T63" fmla="*/ 123 h 205"/>
                <a:gd name="T64" fmla="*/ 253 w 429"/>
                <a:gd name="T65" fmla="*/ 111 h 205"/>
                <a:gd name="T66" fmla="*/ 236 w 429"/>
                <a:gd name="T67" fmla="*/ 125 h 205"/>
                <a:gd name="T68" fmla="*/ 237 w 429"/>
                <a:gd name="T69" fmla="*/ 123 h 205"/>
                <a:gd name="T70" fmla="*/ 69 w 429"/>
                <a:gd name="T71" fmla="*/ 95 h 205"/>
                <a:gd name="T72" fmla="*/ 60 w 429"/>
                <a:gd name="T73" fmla="*/ 88 h 205"/>
                <a:gd name="T74" fmla="*/ 58 w 429"/>
                <a:gd name="T75" fmla="*/ 97 h 205"/>
                <a:gd name="T76" fmla="*/ 57 w 429"/>
                <a:gd name="T77" fmla="*/ 112 h 205"/>
                <a:gd name="T78" fmla="*/ 57 w 429"/>
                <a:gd name="T79" fmla="*/ 112 h 205"/>
                <a:gd name="T80" fmla="*/ 31 w 429"/>
                <a:gd name="T81" fmla="*/ 181 h 205"/>
                <a:gd name="T82" fmla="*/ 22 w 429"/>
                <a:gd name="T83" fmla="*/ 187 h 205"/>
                <a:gd name="T84" fmla="*/ 25 w 429"/>
                <a:gd name="T85" fmla="*/ 149 h 205"/>
                <a:gd name="T86" fmla="*/ 110 w 429"/>
                <a:gd name="T87" fmla="*/ 40 h 205"/>
                <a:gd name="T88" fmla="*/ 122 w 429"/>
                <a:gd name="T89" fmla="*/ 49 h 205"/>
                <a:gd name="T90" fmla="*/ 69 w 429"/>
                <a:gd name="T91" fmla="*/ 9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9" h="205">
                  <a:moveTo>
                    <a:pt x="406" y="144"/>
                  </a:moveTo>
                  <a:cubicBezTo>
                    <a:pt x="379" y="136"/>
                    <a:pt x="375" y="112"/>
                    <a:pt x="377" y="95"/>
                  </a:cubicBezTo>
                  <a:cubicBezTo>
                    <a:pt x="424" y="52"/>
                    <a:pt x="429" y="20"/>
                    <a:pt x="429" y="20"/>
                  </a:cubicBezTo>
                  <a:cubicBezTo>
                    <a:pt x="426" y="0"/>
                    <a:pt x="397" y="31"/>
                    <a:pt x="397" y="31"/>
                  </a:cubicBezTo>
                  <a:cubicBezTo>
                    <a:pt x="377" y="56"/>
                    <a:pt x="370" y="77"/>
                    <a:pt x="368" y="93"/>
                  </a:cubicBezTo>
                  <a:cubicBezTo>
                    <a:pt x="318" y="141"/>
                    <a:pt x="275" y="150"/>
                    <a:pt x="275" y="150"/>
                  </a:cubicBezTo>
                  <a:cubicBezTo>
                    <a:pt x="253" y="157"/>
                    <a:pt x="237" y="147"/>
                    <a:pt x="235" y="134"/>
                  </a:cubicBezTo>
                  <a:cubicBezTo>
                    <a:pt x="247" y="128"/>
                    <a:pt x="253" y="122"/>
                    <a:pt x="253" y="122"/>
                  </a:cubicBezTo>
                  <a:cubicBezTo>
                    <a:pt x="267" y="112"/>
                    <a:pt x="259" y="105"/>
                    <a:pt x="259" y="105"/>
                  </a:cubicBezTo>
                  <a:cubicBezTo>
                    <a:pt x="240" y="87"/>
                    <a:pt x="228" y="123"/>
                    <a:pt x="228" y="123"/>
                  </a:cubicBezTo>
                  <a:cubicBezTo>
                    <a:pt x="228" y="126"/>
                    <a:pt x="228" y="128"/>
                    <a:pt x="228" y="130"/>
                  </a:cubicBezTo>
                  <a:cubicBezTo>
                    <a:pt x="204" y="142"/>
                    <a:pt x="183" y="143"/>
                    <a:pt x="183" y="143"/>
                  </a:cubicBezTo>
                  <a:cubicBezTo>
                    <a:pt x="113" y="141"/>
                    <a:pt x="79" y="102"/>
                    <a:pt x="79" y="102"/>
                  </a:cubicBezTo>
                  <a:cubicBezTo>
                    <a:pt x="117" y="82"/>
                    <a:pt x="132" y="47"/>
                    <a:pt x="132" y="47"/>
                  </a:cubicBezTo>
                  <a:cubicBezTo>
                    <a:pt x="138" y="28"/>
                    <a:pt x="121" y="29"/>
                    <a:pt x="121" y="29"/>
                  </a:cubicBezTo>
                  <a:cubicBezTo>
                    <a:pt x="59" y="36"/>
                    <a:pt x="17" y="143"/>
                    <a:pt x="17" y="143"/>
                  </a:cubicBezTo>
                  <a:cubicBezTo>
                    <a:pt x="0" y="191"/>
                    <a:pt x="23" y="198"/>
                    <a:pt x="23" y="198"/>
                  </a:cubicBezTo>
                  <a:cubicBezTo>
                    <a:pt x="42" y="205"/>
                    <a:pt x="64" y="117"/>
                    <a:pt x="64" y="117"/>
                  </a:cubicBezTo>
                  <a:cubicBezTo>
                    <a:pt x="65" y="105"/>
                    <a:pt x="69" y="108"/>
                    <a:pt x="69" y="108"/>
                  </a:cubicBezTo>
                  <a:cubicBezTo>
                    <a:pt x="71" y="113"/>
                    <a:pt x="99" y="130"/>
                    <a:pt x="99" y="130"/>
                  </a:cubicBezTo>
                  <a:cubicBezTo>
                    <a:pt x="157" y="160"/>
                    <a:pt x="202" y="150"/>
                    <a:pt x="227" y="138"/>
                  </a:cubicBezTo>
                  <a:cubicBezTo>
                    <a:pt x="231" y="184"/>
                    <a:pt x="307" y="145"/>
                    <a:pt x="307" y="145"/>
                  </a:cubicBezTo>
                  <a:cubicBezTo>
                    <a:pt x="332" y="130"/>
                    <a:pt x="352" y="116"/>
                    <a:pt x="368" y="102"/>
                  </a:cubicBezTo>
                  <a:cubicBezTo>
                    <a:pt x="369" y="123"/>
                    <a:pt x="379" y="136"/>
                    <a:pt x="379" y="136"/>
                  </a:cubicBezTo>
                  <a:cubicBezTo>
                    <a:pt x="396" y="154"/>
                    <a:pt x="404" y="150"/>
                    <a:pt x="404" y="150"/>
                  </a:cubicBezTo>
                  <a:cubicBezTo>
                    <a:pt x="410" y="146"/>
                    <a:pt x="406" y="144"/>
                    <a:pt x="406" y="144"/>
                  </a:cubicBezTo>
                  <a:moveTo>
                    <a:pt x="380" y="76"/>
                  </a:moveTo>
                  <a:cubicBezTo>
                    <a:pt x="402" y="28"/>
                    <a:pt x="417" y="23"/>
                    <a:pt x="417" y="23"/>
                  </a:cubicBezTo>
                  <a:cubicBezTo>
                    <a:pt x="428" y="19"/>
                    <a:pt x="410" y="47"/>
                    <a:pt x="410" y="47"/>
                  </a:cubicBezTo>
                  <a:cubicBezTo>
                    <a:pt x="399" y="61"/>
                    <a:pt x="389" y="73"/>
                    <a:pt x="378" y="84"/>
                  </a:cubicBezTo>
                  <a:cubicBezTo>
                    <a:pt x="379" y="79"/>
                    <a:pt x="380" y="76"/>
                    <a:pt x="380" y="76"/>
                  </a:cubicBezTo>
                  <a:moveTo>
                    <a:pt x="237" y="123"/>
                  </a:moveTo>
                  <a:cubicBezTo>
                    <a:pt x="246" y="106"/>
                    <a:pt x="253" y="111"/>
                    <a:pt x="253" y="111"/>
                  </a:cubicBezTo>
                  <a:cubicBezTo>
                    <a:pt x="248" y="116"/>
                    <a:pt x="242" y="121"/>
                    <a:pt x="236" y="125"/>
                  </a:cubicBezTo>
                  <a:cubicBezTo>
                    <a:pt x="237" y="124"/>
                    <a:pt x="237" y="123"/>
                    <a:pt x="237" y="123"/>
                  </a:cubicBezTo>
                  <a:moveTo>
                    <a:pt x="69" y="95"/>
                  </a:moveTo>
                  <a:cubicBezTo>
                    <a:pt x="69" y="95"/>
                    <a:pt x="72" y="79"/>
                    <a:pt x="60" y="88"/>
                  </a:cubicBezTo>
                  <a:cubicBezTo>
                    <a:pt x="60" y="88"/>
                    <a:pt x="54" y="91"/>
                    <a:pt x="58" y="97"/>
                  </a:cubicBezTo>
                  <a:cubicBezTo>
                    <a:pt x="58" y="97"/>
                    <a:pt x="48" y="97"/>
                    <a:pt x="57" y="112"/>
                  </a:cubicBezTo>
                  <a:cubicBezTo>
                    <a:pt x="57" y="112"/>
                    <a:pt x="57" y="112"/>
                    <a:pt x="57" y="112"/>
                  </a:cubicBezTo>
                  <a:cubicBezTo>
                    <a:pt x="57" y="112"/>
                    <a:pt x="45" y="156"/>
                    <a:pt x="31" y="181"/>
                  </a:cubicBezTo>
                  <a:cubicBezTo>
                    <a:pt x="31" y="181"/>
                    <a:pt x="25" y="194"/>
                    <a:pt x="22" y="187"/>
                  </a:cubicBezTo>
                  <a:cubicBezTo>
                    <a:pt x="22" y="187"/>
                    <a:pt x="17" y="177"/>
                    <a:pt x="25" y="149"/>
                  </a:cubicBezTo>
                  <a:cubicBezTo>
                    <a:pt x="25" y="149"/>
                    <a:pt x="51" y="59"/>
                    <a:pt x="110" y="40"/>
                  </a:cubicBezTo>
                  <a:cubicBezTo>
                    <a:pt x="110" y="40"/>
                    <a:pt x="133" y="31"/>
                    <a:pt x="122" y="49"/>
                  </a:cubicBezTo>
                  <a:cubicBezTo>
                    <a:pt x="122" y="49"/>
                    <a:pt x="95" y="93"/>
                    <a:pt x="69" y="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6" name="Freeform 71"/>
            <p:cNvSpPr>
              <a:spLocks noEditPoints="1"/>
            </p:cNvSpPr>
            <p:nvPr userDrawn="1"/>
          </p:nvSpPr>
          <p:spPr bwMode="auto">
            <a:xfrm>
              <a:off x="3686375" y="2112152"/>
              <a:ext cx="1399360" cy="407650"/>
            </a:xfrm>
            <a:custGeom>
              <a:avLst/>
              <a:gdLst>
                <a:gd name="T0" fmla="*/ 518 w 587"/>
                <a:gd name="T1" fmla="*/ 69 h 171"/>
                <a:gd name="T2" fmla="*/ 511 w 587"/>
                <a:gd name="T3" fmla="*/ 62 h 171"/>
                <a:gd name="T4" fmla="*/ 432 w 587"/>
                <a:gd name="T5" fmla="*/ 47 h 171"/>
                <a:gd name="T6" fmla="*/ 407 w 587"/>
                <a:gd name="T7" fmla="*/ 45 h 171"/>
                <a:gd name="T8" fmla="*/ 395 w 587"/>
                <a:gd name="T9" fmla="*/ 52 h 171"/>
                <a:gd name="T10" fmla="*/ 407 w 587"/>
                <a:gd name="T11" fmla="*/ 57 h 171"/>
                <a:gd name="T12" fmla="*/ 441 w 587"/>
                <a:gd name="T13" fmla="*/ 71 h 171"/>
                <a:gd name="T14" fmla="*/ 407 w 587"/>
                <a:gd name="T15" fmla="*/ 89 h 171"/>
                <a:gd name="T16" fmla="*/ 380 w 587"/>
                <a:gd name="T17" fmla="*/ 79 h 171"/>
                <a:gd name="T18" fmla="*/ 381 w 587"/>
                <a:gd name="T19" fmla="*/ 69 h 171"/>
                <a:gd name="T20" fmla="*/ 377 w 587"/>
                <a:gd name="T21" fmla="*/ 63 h 171"/>
                <a:gd name="T22" fmla="*/ 370 w 587"/>
                <a:gd name="T23" fmla="*/ 67 h 171"/>
                <a:gd name="T24" fmla="*/ 297 w 587"/>
                <a:gd name="T25" fmla="*/ 89 h 171"/>
                <a:gd name="T26" fmla="*/ 289 w 587"/>
                <a:gd name="T27" fmla="*/ 61 h 171"/>
                <a:gd name="T28" fmla="*/ 290 w 587"/>
                <a:gd name="T29" fmla="*/ 46 h 171"/>
                <a:gd name="T30" fmla="*/ 285 w 587"/>
                <a:gd name="T31" fmla="*/ 53 h 171"/>
                <a:gd name="T32" fmla="*/ 201 w 587"/>
                <a:gd name="T33" fmla="*/ 107 h 171"/>
                <a:gd name="T34" fmla="*/ 199 w 587"/>
                <a:gd name="T35" fmla="*/ 66 h 171"/>
                <a:gd name="T36" fmla="*/ 232 w 587"/>
                <a:gd name="T37" fmla="*/ 31 h 171"/>
                <a:gd name="T38" fmla="*/ 279 w 587"/>
                <a:gd name="T39" fmla="*/ 6 h 171"/>
                <a:gd name="T40" fmla="*/ 281 w 587"/>
                <a:gd name="T41" fmla="*/ 2 h 171"/>
                <a:gd name="T42" fmla="*/ 281 w 587"/>
                <a:gd name="T43" fmla="*/ 2 h 171"/>
                <a:gd name="T44" fmla="*/ 272 w 587"/>
                <a:gd name="T45" fmla="*/ 2 h 171"/>
                <a:gd name="T46" fmla="*/ 233 w 587"/>
                <a:gd name="T47" fmla="*/ 21 h 171"/>
                <a:gd name="T48" fmla="*/ 227 w 587"/>
                <a:gd name="T49" fmla="*/ 9 h 171"/>
                <a:gd name="T50" fmla="*/ 195 w 587"/>
                <a:gd name="T51" fmla="*/ 55 h 171"/>
                <a:gd name="T52" fmla="*/ 100 w 587"/>
                <a:gd name="T53" fmla="*/ 116 h 171"/>
                <a:gd name="T54" fmla="*/ 88 w 587"/>
                <a:gd name="T55" fmla="*/ 83 h 171"/>
                <a:gd name="T56" fmla="*/ 83 w 587"/>
                <a:gd name="T57" fmla="*/ 79 h 171"/>
                <a:gd name="T58" fmla="*/ 73 w 587"/>
                <a:gd name="T59" fmla="*/ 86 h 171"/>
                <a:gd name="T60" fmla="*/ 58 w 587"/>
                <a:gd name="T61" fmla="*/ 101 h 171"/>
                <a:gd name="T62" fmla="*/ 62 w 587"/>
                <a:gd name="T63" fmla="*/ 65 h 171"/>
                <a:gd name="T64" fmla="*/ 17 w 587"/>
                <a:gd name="T65" fmla="*/ 87 h 171"/>
                <a:gd name="T66" fmla="*/ 14 w 587"/>
                <a:gd name="T67" fmla="*/ 123 h 171"/>
                <a:gd name="T68" fmla="*/ 79 w 587"/>
                <a:gd name="T69" fmla="*/ 91 h 171"/>
                <a:gd name="T70" fmla="*/ 81 w 587"/>
                <a:gd name="T71" fmla="*/ 90 h 171"/>
                <a:gd name="T72" fmla="*/ 119 w 587"/>
                <a:gd name="T73" fmla="*/ 122 h 171"/>
                <a:gd name="T74" fmla="*/ 184 w 587"/>
                <a:gd name="T75" fmla="*/ 77 h 171"/>
                <a:gd name="T76" fmla="*/ 277 w 587"/>
                <a:gd name="T77" fmla="*/ 72 h 171"/>
                <a:gd name="T78" fmla="*/ 332 w 587"/>
                <a:gd name="T79" fmla="*/ 97 h 171"/>
                <a:gd name="T80" fmla="*/ 371 w 587"/>
                <a:gd name="T81" fmla="*/ 78 h 171"/>
                <a:gd name="T82" fmla="*/ 412 w 587"/>
                <a:gd name="T83" fmla="*/ 99 h 171"/>
                <a:gd name="T84" fmla="*/ 446 w 587"/>
                <a:gd name="T85" fmla="*/ 80 h 171"/>
                <a:gd name="T86" fmla="*/ 437 w 587"/>
                <a:gd name="T87" fmla="*/ 56 h 171"/>
                <a:gd name="T88" fmla="*/ 506 w 587"/>
                <a:gd name="T89" fmla="*/ 77 h 171"/>
                <a:gd name="T90" fmla="*/ 502 w 587"/>
                <a:gd name="T91" fmla="*/ 98 h 171"/>
                <a:gd name="T92" fmla="*/ 519 w 587"/>
                <a:gd name="T93" fmla="*/ 77 h 171"/>
                <a:gd name="T94" fmla="*/ 564 w 587"/>
                <a:gd name="T95" fmla="*/ 59 h 171"/>
                <a:gd name="T96" fmla="*/ 560 w 587"/>
                <a:gd name="T97" fmla="*/ 84 h 171"/>
                <a:gd name="T98" fmla="*/ 556 w 587"/>
                <a:gd name="T99" fmla="*/ 98 h 171"/>
                <a:gd name="T100" fmla="*/ 573 w 587"/>
                <a:gd name="T101" fmla="*/ 51 h 171"/>
                <a:gd name="T102" fmla="*/ 518 w 587"/>
                <a:gd name="T103" fmla="*/ 69 h 171"/>
                <a:gd name="T104" fmla="*/ 20 w 587"/>
                <a:gd name="T105" fmla="*/ 105 h 171"/>
                <a:gd name="T106" fmla="*/ 45 w 587"/>
                <a:gd name="T107" fmla="*/ 73 h 171"/>
                <a:gd name="T108" fmla="*/ 49 w 587"/>
                <a:gd name="T109" fmla="*/ 105 h 171"/>
                <a:gd name="T110" fmla="*/ 20 w 587"/>
                <a:gd name="T111" fmla="*/ 10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87" h="171">
                  <a:moveTo>
                    <a:pt x="518" y="69"/>
                  </a:moveTo>
                  <a:cubicBezTo>
                    <a:pt x="518" y="69"/>
                    <a:pt x="516" y="71"/>
                    <a:pt x="511" y="62"/>
                  </a:cubicBezTo>
                  <a:cubicBezTo>
                    <a:pt x="511" y="62"/>
                    <a:pt x="500" y="42"/>
                    <a:pt x="432" y="47"/>
                  </a:cubicBezTo>
                  <a:cubicBezTo>
                    <a:pt x="432" y="47"/>
                    <a:pt x="418" y="47"/>
                    <a:pt x="407" y="45"/>
                  </a:cubicBezTo>
                  <a:cubicBezTo>
                    <a:pt x="407" y="45"/>
                    <a:pt x="396" y="43"/>
                    <a:pt x="395" y="52"/>
                  </a:cubicBezTo>
                  <a:cubicBezTo>
                    <a:pt x="395" y="52"/>
                    <a:pt x="394" y="57"/>
                    <a:pt x="407" y="57"/>
                  </a:cubicBezTo>
                  <a:cubicBezTo>
                    <a:pt x="407" y="57"/>
                    <a:pt x="440" y="52"/>
                    <a:pt x="441" y="71"/>
                  </a:cubicBezTo>
                  <a:cubicBezTo>
                    <a:pt x="441" y="71"/>
                    <a:pt x="441" y="87"/>
                    <a:pt x="407" y="89"/>
                  </a:cubicBezTo>
                  <a:cubicBezTo>
                    <a:pt x="407" y="89"/>
                    <a:pt x="385" y="90"/>
                    <a:pt x="380" y="79"/>
                  </a:cubicBezTo>
                  <a:cubicBezTo>
                    <a:pt x="380" y="79"/>
                    <a:pt x="379" y="77"/>
                    <a:pt x="381" y="69"/>
                  </a:cubicBezTo>
                  <a:cubicBezTo>
                    <a:pt x="381" y="69"/>
                    <a:pt x="383" y="63"/>
                    <a:pt x="377" y="63"/>
                  </a:cubicBezTo>
                  <a:cubicBezTo>
                    <a:pt x="377" y="63"/>
                    <a:pt x="373" y="60"/>
                    <a:pt x="370" y="67"/>
                  </a:cubicBezTo>
                  <a:cubicBezTo>
                    <a:pt x="370" y="67"/>
                    <a:pt x="330" y="99"/>
                    <a:pt x="297" y="89"/>
                  </a:cubicBezTo>
                  <a:cubicBezTo>
                    <a:pt x="297" y="89"/>
                    <a:pt x="281" y="84"/>
                    <a:pt x="289" y="61"/>
                  </a:cubicBezTo>
                  <a:cubicBezTo>
                    <a:pt x="289" y="61"/>
                    <a:pt x="298" y="46"/>
                    <a:pt x="290" y="46"/>
                  </a:cubicBezTo>
                  <a:cubicBezTo>
                    <a:pt x="290" y="46"/>
                    <a:pt x="286" y="45"/>
                    <a:pt x="285" y="53"/>
                  </a:cubicBezTo>
                  <a:cubicBezTo>
                    <a:pt x="285" y="53"/>
                    <a:pt x="243" y="106"/>
                    <a:pt x="201" y="107"/>
                  </a:cubicBezTo>
                  <a:cubicBezTo>
                    <a:pt x="201" y="107"/>
                    <a:pt x="177" y="110"/>
                    <a:pt x="199" y="66"/>
                  </a:cubicBezTo>
                  <a:cubicBezTo>
                    <a:pt x="199" y="66"/>
                    <a:pt x="212" y="43"/>
                    <a:pt x="232" y="31"/>
                  </a:cubicBezTo>
                  <a:cubicBezTo>
                    <a:pt x="232" y="31"/>
                    <a:pt x="278" y="7"/>
                    <a:pt x="279" y="6"/>
                  </a:cubicBezTo>
                  <a:cubicBezTo>
                    <a:pt x="280" y="5"/>
                    <a:pt x="283" y="4"/>
                    <a:pt x="281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2"/>
                    <a:pt x="277" y="0"/>
                    <a:pt x="272" y="2"/>
                  </a:cubicBezTo>
                  <a:cubicBezTo>
                    <a:pt x="233" y="21"/>
                    <a:pt x="233" y="21"/>
                    <a:pt x="233" y="21"/>
                  </a:cubicBezTo>
                  <a:cubicBezTo>
                    <a:pt x="233" y="21"/>
                    <a:pt x="238" y="4"/>
                    <a:pt x="227" y="9"/>
                  </a:cubicBezTo>
                  <a:cubicBezTo>
                    <a:pt x="227" y="9"/>
                    <a:pt x="212" y="22"/>
                    <a:pt x="195" y="55"/>
                  </a:cubicBezTo>
                  <a:cubicBezTo>
                    <a:pt x="195" y="55"/>
                    <a:pt x="131" y="120"/>
                    <a:pt x="100" y="116"/>
                  </a:cubicBezTo>
                  <a:cubicBezTo>
                    <a:pt x="100" y="116"/>
                    <a:pt x="80" y="117"/>
                    <a:pt x="88" y="83"/>
                  </a:cubicBezTo>
                  <a:cubicBezTo>
                    <a:pt x="88" y="83"/>
                    <a:pt x="89" y="80"/>
                    <a:pt x="83" y="79"/>
                  </a:cubicBezTo>
                  <a:cubicBezTo>
                    <a:pt x="83" y="79"/>
                    <a:pt x="79" y="77"/>
                    <a:pt x="73" y="86"/>
                  </a:cubicBezTo>
                  <a:cubicBezTo>
                    <a:pt x="73" y="86"/>
                    <a:pt x="69" y="94"/>
                    <a:pt x="58" y="101"/>
                  </a:cubicBezTo>
                  <a:cubicBezTo>
                    <a:pt x="58" y="101"/>
                    <a:pt x="77" y="79"/>
                    <a:pt x="62" y="65"/>
                  </a:cubicBezTo>
                  <a:cubicBezTo>
                    <a:pt x="62" y="65"/>
                    <a:pt x="44" y="49"/>
                    <a:pt x="17" y="87"/>
                  </a:cubicBezTo>
                  <a:cubicBezTo>
                    <a:pt x="17" y="87"/>
                    <a:pt x="0" y="113"/>
                    <a:pt x="14" y="123"/>
                  </a:cubicBezTo>
                  <a:cubicBezTo>
                    <a:pt x="14" y="123"/>
                    <a:pt x="29" y="136"/>
                    <a:pt x="79" y="91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1" y="90"/>
                    <a:pt x="66" y="139"/>
                    <a:pt x="119" y="122"/>
                  </a:cubicBezTo>
                  <a:cubicBezTo>
                    <a:pt x="119" y="122"/>
                    <a:pt x="152" y="109"/>
                    <a:pt x="184" y="77"/>
                  </a:cubicBezTo>
                  <a:cubicBezTo>
                    <a:pt x="184" y="77"/>
                    <a:pt x="157" y="171"/>
                    <a:pt x="277" y="72"/>
                  </a:cubicBezTo>
                  <a:cubicBezTo>
                    <a:pt x="277" y="72"/>
                    <a:pt x="270" y="111"/>
                    <a:pt x="332" y="97"/>
                  </a:cubicBezTo>
                  <a:cubicBezTo>
                    <a:pt x="332" y="97"/>
                    <a:pt x="355" y="90"/>
                    <a:pt x="371" y="78"/>
                  </a:cubicBezTo>
                  <a:cubicBezTo>
                    <a:pt x="371" y="78"/>
                    <a:pt x="372" y="101"/>
                    <a:pt x="412" y="99"/>
                  </a:cubicBezTo>
                  <a:cubicBezTo>
                    <a:pt x="412" y="99"/>
                    <a:pt x="435" y="99"/>
                    <a:pt x="446" y="80"/>
                  </a:cubicBezTo>
                  <a:cubicBezTo>
                    <a:pt x="446" y="80"/>
                    <a:pt x="454" y="64"/>
                    <a:pt x="437" y="56"/>
                  </a:cubicBezTo>
                  <a:cubicBezTo>
                    <a:pt x="437" y="56"/>
                    <a:pt x="515" y="54"/>
                    <a:pt x="506" y="77"/>
                  </a:cubicBezTo>
                  <a:cubicBezTo>
                    <a:pt x="506" y="77"/>
                    <a:pt x="490" y="100"/>
                    <a:pt x="502" y="98"/>
                  </a:cubicBezTo>
                  <a:cubicBezTo>
                    <a:pt x="502" y="98"/>
                    <a:pt x="508" y="98"/>
                    <a:pt x="519" y="77"/>
                  </a:cubicBezTo>
                  <a:cubicBezTo>
                    <a:pt x="519" y="77"/>
                    <a:pt x="545" y="46"/>
                    <a:pt x="564" y="59"/>
                  </a:cubicBezTo>
                  <a:cubicBezTo>
                    <a:pt x="564" y="59"/>
                    <a:pt x="572" y="67"/>
                    <a:pt x="560" y="84"/>
                  </a:cubicBezTo>
                  <a:cubicBezTo>
                    <a:pt x="560" y="84"/>
                    <a:pt x="547" y="103"/>
                    <a:pt x="556" y="98"/>
                  </a:cubicBezTo>
                  <a:cubicBezTo>
                    <a:pt x="556" y="98"/>
                    <a:pt x="587" y="67"/>
                    <a:pt x="573" y="51"/>
                  </a:cubicBezTo>
                  <a:cubicBezTo>
                    <a:pt x="573" y="51"/>
                    <a:pt x="558" y="32"/>
                    <a:pt x="518" y="69"/>
                  </a:cubicBezTo>
                  <a:moveTo>
                    <a:pt x="20" y="105"/>
                  </a:moveTo>
                  <a:cubicBezTo>
                    <a:pt x="20" y="105"/>
                    <a:pt x="18" y="88"/>
                    <a:pt x="45" y="73"/>
                  </a:cubicBezTo>
                  <a:cubicBezTo>
                    <a:pt x="45" y="73"/>
                    <a:pt x="77" y="60"/>
                    <a:pt x="49" y="105"/>
                  </a:cubicBezTo>
                  <a:cubicBezTo>
                    <a:pt x="49" y="105"/>
                    <a:pt x="22" y="125"/>
                    <a:pt x="20" y="1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7" name="Freeform 72"/>
            <p:cNvSpPr>
              <a:spLocks noEditPoints="1"/>
            </p:cNvSpPr>
            <p:nvPr userDrawn="1"/>
          </p:nvSpPr>
          <p:spPr bwMode="auto">
            <a:xfrm>
              <a:off x="5080967" y="1983421"/>
              <a:ext cx="1304003" cy="796229"/>
            </a:xfrm>
            <a:custGeom>
              <a:avLst/>
              <a:gdLst>
                <a:gd name="T0" fmla="*/ 530 w 547"/>
                <a:gd name="T1" fmla="*/ 96 h 334"/>
                <a:gd name="T2" fmla="*/ 435 w 547"/>
                <a:gd name="T3" fmla="*/ 85 h 334"/>
                <a:gd name="T4" fmla="*/ 425 w 547"/>
                <a:gd name="T5" fmla="*/ 88 h 334"/>
                <a:gd name="T6" fmla="*/ 359 w 547"/>
                <a:gd name="T7" fmla="*/ 121 h 334"/>
                <a:gd name="T8" fmla="*/ 333 w 547"/>
                <a:gd name="T9" fmla="*/ 102 h 334"/>
                <a:gd name="T10" fmla="*/ 324 w 547"/>
                <a:gd name="T11" fmla="*/ 99 h 334"/>
                <a:gd name="T12" fmla="*/ 298 w 547"/>
                <a:gd name="T13" fmla="*/ 118 h 334"/>
                <a:gd name="T14" fmla="*/ 245 w 547"/>
                <a:gd name="T15" fmla="*/ 113 h 334"/>
                <a:gd name="T16" fmla="*/ 237 w 547"/>
                <a:gd name="T17" fmla="*/ 94 h 334"/>
                <a:gd name="T18" fmla="*/ 195 w 547"/>
                <a:gd name="T19" fmla="*/ 120 h 334"/>
                <a:gd name="T20" fmla="*/ 183 w 547"/>
                <a:gd name="T21" fmla="*/ 135 h 334"/>
                <a:gd name="T22" fmla="*/ 218 w 547"/>
                <a:gd name="T23" fmla="*/ 68 h 334"/>
                <a:gd name="T24" fmla="*/ 233 w 547"/>
                <a:gd name="T25" fmla="*/ 12 h 334"/>
                <a:gd name="T26" fmla="*/ 223 w 547"/>
                <a:gd name="T27" fmla="*/ 16 h 334"/>
                <a:gd name="T28" fmla="*/ 214 w 547"/>
                <a:gd name="T29" fmla="*/ 46 h 334"/>
                <a:gd name="T30" fmla="*/ 194 w 547"/>
                <a:gd name="T31" fmla="*/ 86 h 334"/>
                <a:gd name="T32" fmla="*/ 97 w 547"/>
                <a:gd name="T33" fmla="*/ 124 h 334"/>
                <a:gd name="T34" fmla="*/ 99 w 547"/>
                <a:gd name="T35" fmla="*/ 96 h 334"/>
                <a:gd name="T36" fmla="*/ 73 w 547"/>
                <a:gd name="T37" fmla="*/ 72 h 334"/>
                <a:gd name="T38" fmla="*/ 10 w 547"/>
                <a:gd name="T39" fmla="*/ 129 h 334"/>
                <a:gd name="T40" fmla="*/ 15 w 547"/>
                <a:gd name="T41" fmla="*/ 152 h 334"/>
                <a:gd name="T42" fmla="*/ 17 w 547"/>
                <a:gd name="T43" fmla="*/ 144 h 334"/>
                <a:gd name="T44" fmla="*/ 34 w 547"/>
                <a:gd name="T45" fmla="*/ 110 h 334"/>
                <a:gd name="T46" fmla="*/ 81 w 547"/>
                <a:gd name="T47" fmla="*/ 83 h 334"/>
                <a:gd name="T48" fmla="*/ 88 w 547"/>
                <a:gd name="T49" fmla="*/ 114 h 334"/>
                <a:gd name="T50" fmla="*/ 87 w 547"/>
                <a:gd name="T51" fmla="*/ 124 h 334"/>
                <a:gd name="T52" fmla="*/ 75 w 547"/>
                <a:gd name="T53" fmla="*/ 121 h 334"/>
                <a:gd name="T54" fmla="*/ 67 w 547"/>
                <a:gd name="T55" fmla="*/ 117 h 334"/>
                <a:gd name="T56" fmla="*/ 65 w 547"/>
                <a:gd name="T57" fmla="*/ 150 h 334"/>
                <a:gd name="T58" fmla="*/ 89 w 547"/>
                <a:gd name="T59" fmla="*/ 146 h 334"/>
                <a:gd name="T60" fmla="*/ 94 w 547"/>
                <a:gd name="T61" fmla="*/ 135 h 334"/>
                <a:gd name="T62" fmla="*/ 186 w 547"/>
                <a:gd name="T63" fmla="*/ 103 h 334"/>
                <a:gd name="T64" fmla="*/ 177 w 547"/>
                <a:gd name="T65" fmla="*/ 126 h 334"/>
                <a:gd name="T66" fmla="*/ 166 w 547"/>
                <a:gd name="T67" fmla="*/ 154 h 334"/>
                <a:gd name="T68" fmla="*/ 180 w 547"/>
                <a:gd name="T69" fmla="*/ 149 h 334"/>
                <a:gd name="T70" fmla="*/ 230 w 547"/>
                <a:gd name="T71" fmla="*/ 100 h 334"/>
                <a:gd name="T72" fmla="*/ 233 w 547"/>
                <a:gd name="T73" fmla="*/ 109 h 334"/>
                <a:gd name="T74" fmla="*/ 321 w 547"/>
                <a:gd name="T75" fmla="*/ 111 h 334"/>
                <a:gd name="T76" fmla="*/ 393 w 547"/>
                <a:gd name="T77" fmla="*/ 117 h 334"/>
                <a:gd name="T78" fmla="*/ 323 w 547"/>
                <a:gd name="T79" fmla="*/ 285 h 334"/>
                <a:gd name="T80" fmla="*/ 333 w 547"/>
                <a:gd name="T81" fmla="*/ 321 h 334"/>
                <a:gd name="T82" fmla="*/ 391 w 547"/>
                <a:gd name="T83" fmla="*/ 235 h 334"/>
                <a:gd name="T84" fmla="*/ 424 w 547"/>
                <a:gd name="T85" fmla="*/ 121 h 334"/>
                <a:gd name="T86" fmla="*/ 432 w 547"/>
                <a:gd name="T87" fmla="*/ 100 h 334"/>
                <a:gd name="T88" fmla="*/ 435 w 547"/>
                <a:gd name="T89" fmla="*/ 96 h 334"/>
                <a:gd name="T90" fmla="*/ 438 w 547"/>
                <a:gd name="T91" fmla="*/ 94 h 334"/>
                <a:gd name="T92" fmla="*/ 510 w 547"/>
                <a:gd name="T93" fmla="*/ 92 h 334"/>
                <a:gd name="T94" fmla="*/ 524 w 547"/>
                <a:gd name="T95" fmla="*/ 134 h 334"/>
                <a:gd name="T96" fmla="*/ 461 w 547"/>
                <a:gd name="T97" fmla="*/ 149 h 334"/>
                <a:gd name="T98" fmla="*/ 448 w 547"/>
                <a:gd name="T99" fmla="*/ 146 h 334"/>
                <a:gd name="T100" fmla="*/ 494 w 547"/>
                <a:gd name="T101" fmla="*/ 160 h 334"/>
                <a:gd name="T102" fmla="*/ 534 w 547"/>
                <a:gd name="T103" fmla="*/ 137 h 334"/>
                <a:gd name="T104" fmla="*/ 530 w 547"/>
                <a:gd name="T105" fmla="*/ 96 h 334"/>
                <a:gd name="T106" fmla="*/ 74 w 547"/>
                <a:gd name="T107" fmla="*/ 145 h 334"/>
                <a:gd name="T108" fmla="*/ 68 w 547"/>
                <a:gd name="T109" fmla="*/ 130 h 334"/>
                <a:gd name="T110" fmla="*/ 85 w 547"/>
                <a:gd name="T111" fmla="*/ 135 h 334"/>
                <a:gd name="T112" fmla="*/ 74 w 547"/>
                <a:gd name="T113" fmla="*/ 145 h 334"/>
                <a:gd name="T114" fmla="*/ 373 w 547"/>
                <a:gd name="T115" fmla="*/ 259 h 334"/>
                <a:gd name="T116" fmla="*/ 345 w 547"/>
                <a:gd name="T117" fmla="*/ 310 h 334"/>
                <a:gd name="T118" fmla="*/ 343 w 547"/>
                <a:gd name="T119" fmla="*/ 234 h 334"/>
                <a:gd name="T120" fmla="*/ 417 w 547"/>
                <a:gd name="T121" fmla="*/ 109 h 334"/>
                <a:gd name="T122" fmla="*/ 373 w 547"/>
                <a:gd name="T123" fmla="*/ 259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7" h="334">
                  <a:moveTo>
                    <a:pt x="530" y="96"/>
                  </a:moveTo>
                  <a:cubicBezTo>
                    <a:pt x="492" y="54"/>
                    <a:pt x="435" y="85"/>
                    <a:pt x="435" y="85"/>
                  </a:cubicBezTo>
                  <a:cubicBezTo>
                    <a:pt x="427" y="83"/>
                    <a:pt x="425" y="88"/>
                    <a:pt x="425" y="88"/>
                  </a:cubicBezTo>
                  <a:cubicBezTo>
                    <a:pt x="393" y="114"/>
                    <a:pt x="359" y="121"/>
                    <a:pt x="359" y="121"/>
                  </a:cubicBezTo>
                  <a:cubicBezTo>
                    <a:pt x="328" y="127"/>
                    <a:pt x="333" y="102"/>
                    <a:pt x="333" y="102"/>
                  </a:cubicBezTo>
                  <a:cubicBezTo>
                    <a:pt x="333" y="89"/>
                    <a:pt x="324" y="99"/>
                    <a:pt x="324" y="99"/>
                  </a:cubicBezTo>
                  <a:cubicBezTo>
                    <a:pt x="318" y="107"/>
                    <a:pt x="298" y="118"/>
                    <a:pt x="298" y="118"/>
                  </a:cubicBezTo>
                  <a:cubicBezTo>
                    <a:pt x="257" y="139"/>
                    <a:pt x="245" y="113"/>
                    <a:pt x="245" y="113"/>
                  </a:cubicBezTo>
                  <a:cubicBezTo>
                    <a:pt x="237" y="94"/>
                    <a:pt x="237" y="94"/>
                    <a:pt x="237" y="94"/>
                  </a:cubicBezTo>
                  <a:cubicBezTo>
                    <a:pt x="228" y="71"/>
                    <a:pt x="195" y="120"/>
                    <a:pt x="195" y="120"/>
                  </a:cubicBezTo>
                  <a:cubicBezTo>
                    <a:pt x="185" y="137"/>
                    <a:pt x="183" y="135"/>
                    <a:pt x="183" y="135"/>
                  </a:cubicBezTo>
                  <a:cubicBezTo>
                    <a:pt x="190" y="110"/>
                    <a:pt x="218" y="68"/>
                    <a:pt x="218" y="68"/>
                  </a:cubicBezTo>
                  <a:cubicBezTo>
                    <a:pt x="239" y="31"/>
                    <a:pt x="233" y="12"/>
                    <a:pt x="233" y="12"/>
                  </a:cubicBezTo>
                  <a:cubicBezTo>
                    <a:pt x="228" y="0"/>
                    <a:pt x="223" y="16"/>
                    <a:pt x="223" y="16"/>
                  </a:cubicBezTo>
                  <a:cubicBezTo>
                    <a:pt x="221" y="29"/>
                    <a:pt x="214" y="46"/>
                    <a:pt x="214" y="46"/>
                  </a:cubicBezTo>
                  <a:cubicBezTo>
                    <a:pt x="204" y="73"/>
                    <a:pt x="194" y="86"/>
                    <a:pt x="194" y="86"/>
                  </a:cubicBezTo>
                  <a:cubicBezTo>
                    <a:pt x="147" y="117"/>
                    <a:pt x="116" y="124"/>
                    <a:pt x="97" y="124"/>
                  </a:cubicBezTo>
                  <a:cubicBezTo>
                    <a:pt x="100" y="109"/>
                    <a:pt x="99" y="96"/>
                    <a:pt x="99" y="96"/>
                  </a:cubicBezTo>
                  <a:cubicBezTo>
                    <a:pt x="96" y="67"/>
                    <a:pt x="73" y="72"/>
                    <a:pt x="73" y="72"/>
                  </a:cubicBezTo>
                  <a:cubicBezTo>
                    <a:pt x="35" y="77"/>
                    <a:pt x="10" y="129"/>
                    <a:pt x="10" y="129"/>
                  </a:cubicBezTo>
                  <a:cubicBezTo>
                    <a:pt x="0" y="154"/>
                    <a:pt x="15" y="152"/>
                    <a:pt x="15" y="152"/>
                  </a:cubicBezTo>
                  <a:cubicBezTo>
                    <a:pt x="25" y="149"/>
                    <a:pt x="17" y="144"/>
                    <a:pt x="17" y="144"/>
                  </a:cubicBezTo>
                  <a:cubicBezTo>
                    <a:pt x="17" y="130"/>
                    <a:pt x="34" y="110"/>
                    <a:pt x="34" y="110"/>
                  </a:cubicBezTo>
                  <a:cubicBezTo>
                    <a:pt x="72" y="70"/>
                    <a:pt x="81" y="83"/>
                    <a:pt x="81" y="83"/>
                  </a:cubicBezTo>
                  <a:cubicBezTo>
                    <a:pt x="80" y="83"/>
                    <a:pt x="92" y="89"/>
                    <a:pt x="88" y="114"/>
                  </a:cubicBezTo>
                  <a:cubicBezTo>
                    <a:pt x="88" y="118"/>
                    <a:pt x="87" y="121"/>
                    <a:pt x="87" y="124"/>
                  </a:cubicBezTo>
                  <a:cubicBezTo>
                    <a:pt x="79" y="123"/>
                    <a:pt x="75" y="121"/>
                    <a:pt x="75" y="121"/>
                  </a:cubicBezTo>
                  <a:cubicBezTo>
                    <a:pt x="69" y="115"/>
                    <a:pt x="67" y="117"/>
                    <a:pt x="67" y="117"/>
                  </a:cubicBezTo>
                  <a:cubicBezTo>
                    <a:pt x="50" y="123"/>
                    <a:pt x="65" y="150"/>
                    <a:pt x="65" y="150"/>
                  </a:cubicBezTo>
                  <a:cubicBezTo>
                    <a:pt x="77" y="167"/>
                    <a:pt x="89" y="146"/>
                    <a:pt x="89" y="146"/>
                  </a:cubicBezTo>
                  <a:cubicBezTo>
                    <a:pt x="91" y="142"/>
                    <a:pt x="93" y="139"/>
                    <a:pt x="94" y="135"/>
                  </a:cubicBezTo>
                  <a:cubicBezTo>
                    <a:pt x="135" y="134"/>
                    <a:pt x="186" y="103"/>
                    <a:pt x="186" y="103"/>
                  </a:cubicBezTo>
                  <a:cubicBezTo>
                    <a:pt x="185" y="112"/>
                    <a:pt x="177" y="126"/>
                    <a:pt x="177" y="126"/>
                  </a:cubicBezTo>
                  <a:cubicBezTo>
                    <a:pt x="161" y="155"/>
                    <a:pt x="166" y="154"/>
                    <a:pt x="166" y="154"/>
                  </a:cubicBezTo>
                  <a:cubicBezTo>
                    <a:pt x="171" y="165"/>
                    <a:pt x="180" y="149"/>
                    <a:pt x="180" y="149"/>
                  </a:cubicBezTo>
                  <a:cubicBezTo>
                    <a:pt x="230" y="82"/>
                    <a:pt x="230" y="100"/>
                    <a:pt x="230" y="100"/>
                  </a:cubicBezTo>
                  <a:cubicBezTo>
                    <a:pt x="233" y="109"/>
                    <a:pt x="233" y="109"/>
                    <a:pt x="233" y="109"/>
                  </a:cubicBezTo>
                  <a:cubicBezTo>
                    <a:pt x="257" y="165"/>
                    <a:pt x="321" y="111"/>
                    <a:pt x="321" y="111"/>
                  </a:cubicBezTo>
                  <a:cubicBezTo>
                    <a:pt x="337" y="152"/>
                    <a:pt x="393" y="117"/>
                    <a:pt x="393" y="117"/>
                  </a:cubicBezTo>
                  <a:cubicBezTo>
                    <a:pt x="332" y="198"/>
                    <a:pt x="323" y="285"/>
                    <a:pt x="323" y="285"/>
                  </a:cubicBezTo>
                  <a:cubicBezTo>
                    <a:pt x="319" y="317"/>
                    <a:pt x="333" y="321"/>
                    <a:pt x="333" y="321"/>
                  </a:cubicBezTo>
                  <a:cubicBezTo>
                    <a:pt x="368" y="334"/>
                    <a:pt x="391" y="235"/>
                    <a:pt x="391" y="235"/>
                  </a:cubicBezTo>
                  <a:cubicBezTo>
                    <a:pt x="424" y="121"/>
                    <a:pt x="424" y="121"/>
                    <a:pt x="424" y="121"/>
                  </a:cubicBezTo>
                  <a:cubicBezTo>
                    <a:pt x="429" y="100"/>
                    <a:pt x="432" y="100"/>
                    <a:pt x="432" y="100"/>
                  </a:cubicBezTo>
                  <a:cubicBezTo>
                    <a:pt x="434" y="97"/>
                    <a:pt x="435" y="96"/>
                    <a:pt x="435" y="96"/>
                  </a:cubicBezTo>
                  <a:cubicBezTo>
                    <a:pt x="437" y="94"/>
                    <a:pt x="438" y="94"/>
                    <a:pt x="438" y="94"/>
                  </a:cubicBezTo>
                  <a:cubicBezTo>
                    <a:pt x="485" y="70"/>
                    <a:pt x="510" y="92"/>
                    <a:pt x="510" y="92"/>
                  </a:cubicBezTo>
                  <a:cubicBezTo>
                    <a:pt x="540" y="114"/>
                    <a:pt x="524" y="134"/>
                    <a:pt x="524" y="134"/>
                  </a:cubicBezTo>
                  <a:cubicBezTo>
                    <a:pt x="496" y="163"/>
                    <a:pt x="461" y="149"/>
                    <a:pt x="461" y="149"/>
                  </a:cubicBezTo>
                  <a:cubicBezTo>
                    <a:pt x="447" y="142"/>
                    <a:pt x="448" y="146"/>
                    <a:pt x="448" y="146"/>
                  </a:cubicBezTo>
                  <a:cubicBezTo>
                    <a:pt x="467" y="163"/>
                    <a:pt x="494" y="160"/>
                    <a:pt x="494" y="160"/>
                  </a:cubicBezTo>
                  <a:cubicBezTo>
                    <a:pt x="518" y="158"/>
                    <a:pt x="534" y="137"/>
                    <a:pt x="534" y="137"/>
                  </a:cubicBezTo>
                  <a:cubicBezTo>
                    <a:pt x="547" y="117"/>
                    <a:pt x="530" y="96"/>
                    <a:pt x="530" y="96"/>
                  </a:cubicBezTo>
                  <a:moveTo>
                    <a:pt x="74" y="145"/>
                  </a:moveTo>
                  <a:cubicBezTo>
                    <a:pt x="70" y="142"/>
                    <a:pt x="68" y="130"/>
                    <a:pt x="68" y="130"/>
                  </a:cubicBezTo>
                  <a:cubicBezTo>
                    <a:pt x="73" y="133"/>
                    <a:pt x="79" y="134"/>
                    <a:pt x="85" y="135"/>
                  </a:cubicBezTo>
                  <a:cubicBezTo>
                    <a:pt x="80" y="154"/>
                    <a:pt x="74" y="145"/>
                    <a:pt x="74" y="145"/>
                  </a:cubicBezTo>
                  <a:moveTo>
                    <a:pt x="373" y="259"/>
                  </a:moveTo>
                  <a:cubicBezTo>
                    <a:pt x="359" y="304"/>
                    <a:pt x="345" y="310"/>
                    <a:pt x="345" y="310"/>
                  </a:cubicBezTo>
                  <a:cubicBezTo>
                    <a:pt x="317" y="318"/>
                    <a:pt x="343" y="234"/>
                    <a:pt x="343" y="234"/>
                  </a:cubicBezTo>
                  <a:cubicBezTo>
                    <a:pt x="372" y="140"/>
                    <a:pt x="417" y="109"/>
                    <a:pt x="417" y="109"/>
                  </a:cubicBezTo>
                  <a:cubicBezTo>
                    <a:pt x="421" y="107"/>
                    <a:pt x="373" y="259"/>
                    <a:pt x="373" y="25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9" name="Freeform 73"/>
            <p:cNvSpPr>
              <a:spLocks/>
            </p:cNvSpPr>
            <p:nvPr userDrawn="1"/>
          </p:nvSpPr>
          <p:spPr bwMode="auto">
            <a:xfrm>
              <a:off x="3080859" y="2410142"/>
              <a:ext cx="2784417" cy="123964"/>
            </a:xfrm>
            <a:custGeom>
              <a:avLst/>
              <a:gdLst>
                <a:gd name="T0" fmla="*/ 0 w 1168"/>
                <a:gd name="T1" fmla="*/ 46 h 52"/>
                <a:gd name="T2" fmla="*/ 607 w 1168"/>
                <a:gd name="T3" fmla="*/ 14 h 52"/>
                <a:gd name="T4" fmla="*/ 1168 w 1168"/>
                <a:gd name="T5" fmla="*/ 32 h 52"/>
                <a:gd name="T6" fmla="*/ 1164 w 1168"/>
                <a:gd name="T7" fmla="*/ 40 h 52"/>
                <a:gd name="T8" fmla="*/ 756 w 1168"/>
                <a:gd name="T9" fmla="*/ 18 h 52"/>
                <a:gd name="T10" fmla="*/ 12 w 1168"/>
                <a:gd name="T11" fmla="*/ 52 h 52"/>
                <a:gd name="T12" fmla="*/ 0 w 1168"/>
                <a:gd name="T13" fmla="*/ 4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8" h="52">
                  <a:moveTo>
                    <a:pt x="0" y="46"/>
                  </a:moveTo>
                  <a:cubicBezTo>
                    <a:pt x="0" y="46"/>
                    <a:pt x="417" y="14"/>
                    <a:pt x="607" y="14"/>
                  </a:cubicBezTo>
                  <a:cubicBezTo>
                    <a:pt x="607" y="14"/>
                    <a:pt x="1089" y="0"/>
                    <a:pt x="1168" y="32"/>
                  </a:cubicBezTo>
                  <a:cubicBezTo>
                    <a:pt x="1164" y="40"/>
                    <a:pt x="1164" y="40"/>
                    <a:pt x="1164" y="40"/>
                  </a:cubicBezTo>
                  <a:cubicBezTo>
                    <a:pt x="1164" y="40"/>
                    <a:pt x="1059" y="16"/>
                    <a:pt x="756" y="18"/>
                  </a:cubicBezTo>
                  <a:cubicBezTo>
                    <a:pt x="756" y="18"/>
                    <a:pt x="183" y="28"/>
                    <a:pt x="12" y="52"/>
                  </a:cubicBezTo>
                  <a:lnTo>
                    <a:pt x="0" y="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50" name="Freeform 74"/>
            <p:cNvSpPr>
              <a:spLocks/>
            </p:cNvSpPr>
            <p:nvPr userDrawn="1"/>
          </p:nvSpPr>
          <p:spPr bwMode="auto">
            <a:xfrm>
              <a:off x="6284846" y="2045402"/>
              <a:ext cx="57214" cy="69134"/>
            </a:xfrm>
            <a:custGeom>
              <a:avLst/>
              <a:gdLst>
                <a:gd name="T0" fmla="*/ 48 w 48"/>
                <a:gd name="T1" fmla="*/ 0 h 58"/>
                <a:gd name="T2" fmla="*/ 48 w 48"/>
                <a:gd name="T3" fmla="*/ 8 h 58"/>
                <a:gd name="T4" fmla="*/ 28 w 48"/>
                <a:gd name="T5" fmla="*/ 8 h 58"/>
                <a:gd name="T6" fmla="*/ 28 w 48"/>
                <a:gd name="T7" fmla="*/ 58 h 58"/>
                <a:gd name="T8" fmla="*/ 20 w 48"/>
                <a:gd name="T9" fmla="*/ 58 h 58"/>
                <a:gd name="T10" fmla="*/ 20 w 48"/>
                <a:gd name="T11" fmla="*/ 8 h 58"/>
                <a:gd name="T12" fmla="*/ 0 w 48"/>
                <a:gd name="T13" fmla="*/ 8 h 58"/>
                <a:gd name="T14" fmla="*/ 0 w 48"/>
                <a:gd name="T15" fmla="*/ 0 h 58"/>
                <a:gd name="T16" fmla="*/ 48 w 48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8">
                  <a:moveTo>
                    <a:pt x="48" y="0"/>
                  </a:moveTo>
                  <a:lnTo>
                    <a:pt x="48" y="8"/>
                  </a:lnTo>
                  <a:lnTo>
                    <a:pt x="28" y="8"/>
                  </a:lnTo>
                  <a:lnTo>
                    <a:pt x="28" y="58"/>
                  </a:lnTo>
                  <a:lnTo>
                    <a:pt x="20" y="58"/>
                  </a:lnTo>
                  <a:lnTo>
                    <a:pt x="20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53" name="Freeform 75"/>
            <p:cNvSpPr>
              <a:spLocks/>
            </p:cNvSpPr>
            <p:nvPr userDrawn="1"/>
          </p:nvSpPr>
          <p:spPr bwMode="auto">
            <a:xfrm>
              <a:off x="6349212" y="2045402"/>
              <a:ext cx="66750" cy="69134"/>
            </a:xfrm>
            <a:custGeom>
              <a:avLst/>
              <a:gdLst>
                <a:gd name="T0" fmla="*/ 28 w 28"/>
                <a:gd name="T1" fmla="*/ 0 h 29"/>
                <a:gd name="T2" fmla="*/ 28 w 28"/>
                <a:gd name="T3" fmla="*/ 29 h 29"/>
                <a:gd name="T4" fmla="*/ 24 w 28"/>
                <a:gd name="T5" fmla="*/ 29 h 29"/>
                <a:gd name="T6" fmla="*/ 24 w 28"/>
                <a:gd name="T7" fmla="*/ 18 h 29"/>
                <a:gd name="T8" fmla="*/ 24 w 28"/>
                <a:gd name="T9" fmla="*/ 7 h 29"/>
                <a:gd name="T10" fmla="*/ 24 w 28"/>
                <a:gd name="T11" fmla="*/ 7 h 29"/>
                <a:gd name="T12" fmla="*/ 21 w 28"/>
                <a:gd name="T13" fmla="*/ 12 h 29"/>
                <a:gd name="T14" fmla="*/ 16 w 28"/>
                <a:gd name="T15" fmla="*/ 22 h 29"/>
                <a:gd name="T16" fmla="*/ 13 w 28"/>
                <a:gd name="T17" fmla="*/ 22 h 29"/>
                <a:gd name="T18" fmla="*/ 7 w 28"/>
                <a:gd name="T19" fmla="*/ 12 h 29"/>
                <a:gd name="T20" fmla="*/ 5 w 28"/>
                <a:gd name="T21" fmla="*/ 7 h 29"/>
                <a:gd name="T22" fmla="*/ 5 w 28"/>
                <a:gd name="T23" fmla="*/ 7 h 29"/>
                <a:gd name="T24" fmla="*/ 5 w 28"/>
                <a:gd name="T25" fmla="*/ 18 h 29"/>
                <a:gd name="T26" fmla="*/ 5 w 28"/>
                <a:gd name="T27" fmla="*/ 29 h 29"/>
                <a:gd name="T28" fmla="*/ 0 w 28"/>
                <a:gd name="T29" fmla="*/ 29 h 29"/>
                <a:gd name="T30" fmla="*/ 0 w 28"/>
                <a:gd name="T31" fmla="*/ 0 h 29"/>
                <a:gd name="T32" fmla="*/ 5 w 28"/>
                <a:gd name="T33" fmla="*/ 0 h 29"/>
                <a:gd name="T34" fmla="*/ 11 w 28"/>
                <a:gd name="T35" fmla="*/ 11 h 29"/>
                <a:gd name="T36" fmla="*/ 14 w 28"/>
                <a:gd name="T37" fmla="*/ 16 h 29"/>
                <a:gd name="T38" fmla="*/ 14 w 28"/>
                <a:gd name="T39" fmla="*/ 16 h 29"/>
                <a:gd name="T40" fmla="*/ 17 w 28"/>
                <a:gd name="T41" fmla="*/ 11 h 29"/>
                <a:gd name="T42" fmla="*/ 24 w 28"/>
                <a:gd name="T43" fmla="*/ 0 h 29"/>
                <a:gd name="T44" fmla="*/ 28 w 28"/>
                <a:gd name="T4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" h="29">
                  <a:moveTo>
                    <a:pt x="28" y="0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2"/>
                    <a:pt x="24" y="7"/>
                    <a:pt x="2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4" y="7"/>
                    <a:pt x="22" y="10"/>
                    <a:pt x="21" y="1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0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12"/>
                    <a:pt x="5" y="1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4" y="15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5" y="15"/>
                    <a:pt x="17" y="11"/>
                  </a:cubicBezTo>
                  <a:cubicBezTo>
                    <a:pt x="24" y="0"/>
                    <a:pt x="24" y="0"/>
                    <a:pt x="24" y="0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</p:grpSp>
      <p:sp>
        <p:nvSpPr>
          <p:cNvPr id="54" name="TextBox 48"/>
          <p:cNvSpPr txBox="1">
            <a:spLocks noChangeArrowheads="1"/>
          </p:cNvSpPr>
          <p:nvPr userDrawn="1"/>
        </p:nvSpPr>
        <p:spPr bwMode="auto">
          <a:xfrm>
            <a:off x="2788958" y="4052468"/>
            <a:ext cx="6610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800" b="1" dirty="0" smtClean="0">
                <a:solidFill>
                  <a:schemeClr val="bg1"/>
                </a:solidFill>
                <a:latin typeface="+mj-lt"/>
              </a:rPr>
              <a:t>$7.3 </a:t>
            </a:r>
            <a:r>
              <a:rPr lang="en-US" sz="1800" dirty="0" smtClean="0">
                <a:solidFill>
                  <a:schemeClr val="bg1"/>
                </a:solidFill>
                <a:latin typeface="+mj-lt"/>
              </a:rPr>
              <a:t>BILLION ENTERPRISE | </a:t>
            </a:r>
            <a:r>
              <a:rPr lang="en-US" sz="1800" b="1" dirty="0" smtClean="0">
                <a:solidFill>
                  <a:schemeClr val="bg1"/>
                </a:solidFill>
                <a:latin typeface="+mj-lt"/>
              </a:rPr>
              <a:t>115,000</a:t>
            </a:r>
            <a:r>
              <a:rPr lang="en-US" sz="1800" dirty="0" smtClean="0">
                <a:solidFill>
                  <a:schemeClr val="bg1"/>
                </a:solidFill>
                <a:latin typeface="+mj-lt"/>
              </a:rPr>
              <a:t> IDEAPRENEURS | </a:t>
            </a:r>
            <a:r>
              <a:rPr lang="en-US" sz="1800" b="1" dirty="0" smtClean="0">
                <a:solidFill>
                  <a:schemeClr val="bg1"/>
                </a:solidFill>
                <a:latin typeface="+mj-lt"/>
              </a:rPr>
              <a:t>32</a:t>
            </a:r>
            <a:r>
              <a:rPr lang="en-US" sz="1800" dirty="0" smtClean="0">
                <a:solidFill>
                  <a:schemeClr val="bg1"/>
                </a:solidFill>
                <a:latin typeface="+mj-lt"/>
              </a:rPr>
              <a:t> COUNTRIES</a:t>
            </a:r>
          </a:p>
        </p:txBody>
      </p:sp>
    </p:spTree>
    <p:extLst>
      <p:ext uri="{BB962C8B-B14F-4D97-AF65-F5344CB8AC3E}">
        <p14:creationId xmlns:p14="http://schemas.microsoft.com/office/powerpoint/2010/main" val="19320516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3"/>
          <p:cNvGrpSpPr>
            <a:grpSpLocks/>
          </p:cNvGrpSpPr>
          <p:nvPr userDrawn="1"/>
        </p:nvGrpSpPr>
        <p:grpSpPr bwMode="auto">
          <a:xfrm>
            <a:off x="5021135" y="5859679"/>
            <a:ext cx="2146558" cy="438638"/>
            <a:chOff x="3533775" y="5853113"/>
            <a:chExt cx="2144713" cy="438150"/>
          </a:xfrm>
        </p:grpSpPr>
        <p:sp>
          <p:nvSpPr>
            <p:cNvPr id="6" name="Freeform 74"/>
            <p:cNvSpPr>
              <a:spLocks/>
            </p:cNvSpPr>
            <p:nvPr userDrawn="1"/>
          </p:nvSpPr>
          <p:spPr bwMode="auto">
            <a:xfrm>
              <a:off x="4043363" y="5999163"/>
              <a:ext cx="187325" cy="149225"/>
            </a:xfrm>
            <a:custGeom>
              <a:avLst/>
              <a:gdLst>
                <a:gd name="T0" fmla="*/ 587910146 w 60"/>
                <a:gd name="T1" fmla="*/ 0 h 47"/>
                <a:gd name="T2" fmla="*/ 450732049 w 60"/>
                <a:gd name="T3" fmla="*/ 470671525 h 47"/>
                <a:gd name="T4" fmla="*/ 382143000 w 60"/>
                <a:gd name="T5" fmla="*/ 470671525 h 47"/>
                <a:gd name="T6" fmla="*/ 313550829 w 60"/>
                <a:gd name="T7" fmla="*/ 230327200 h 47"/>
                <a:gd name="T8" fmla="*/ 293956634 w 60"/>
                <a:gd name="T9" fmla="*/ 140198475 h 47"/>
                <a:gd name="T10" fmla="*/ 293956634 w 60"/>
                <a:gd name="T11" fmla="*/ 140198475 h 47"/>
                <a:gd name="T12" fmla="*/ 274359317 w 60"/>
                <a:gd name="T13" fmla="*/ 230327200 h 47"/>
                <a:gd name="T14" fmla="*/ 205767146 w 60"/>
                <a:gd name="T15" fmla="*/ 470671525 h 47"/>
                <a:gd name="T16" fmla="*/ 137178098 w 60"/>
                <a:gd name="T17" fmla="*/ 470671525 h 47"/>
                <a:gd name="T18" fmla="*/ 0 w 60"/>
                <a:gd name="T19" fmla="*/ 0 h 47"/>
                <a:gd name="T20" fmla="*/ 78389268 w 60"/>
                <a:gd name="T21" fmla="*/ 0 h 47"/>
                <a:gd name="T22" fmla="*/ 156775415 w 60"/>
                <a:gd name="T23" fmla="*/ 280400125 h 47"/>
                <a:gd name="T24" fmla="*/ 166575634 w 60"/>
                <a:gd name="T25" fmla="*/ 360514900 h 47"/>
                <a:gd name="T26" fmla="*/ 166575634 w 60"/>
                <a:gd name="T27" fmla="*/ 360514900 h 47"/>
                <a:gd name="T28" fmla="*/ 186172951 w 60"/>
                <a:gd name="T29" fmla="*/ 280400125 h 47"/>
                <a:gd name="T30" fmla="*/ 264559098 w 60"/>
                <a:gd name="T31" fmla="*/ 50072925 h 47"/>
                <a:gd name="T32" fmla="*/ 323351049 w 60"/>
                <a:gd name="T33" fmla="*/ 50072925 h 47"/>
                <a:gd name="T34" fmla="*/ 391940098 w 60"/>
                <a:gd name="T35" fmla="*/ 280400125 h 47"/>
                <a:gd name="T36" fmla="*/ 411537415 w 60"/>
                <a:gd name="T37" fmla="*/ 360514900 h 47"/>
                <a:gd name="T38" fmla="*/ 411537415 w 60"/>
                <a:gd name="T39" fmla="*/ 360514900 h 47"/>
                <a:gd name="T40" fmla="*/ 431134732 w 60"/>
                <a:gd name="T41" fmla="*/ 280400125 h 47"/>
                <a:gd name="T42" fmla="*/ 509520878 w 60"/>
                <a:gd name="T43" fmla="*/ 0 h 47"/>
                <a:gd name="T44" fmla="*/ 587910146 w 60"/>
                <a:gd name="T45" fmla="*/ 0 h 4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0" h="47">
                  <a:moveTo>
                    <a:pt x="60" y="0"/>
                  </a:moveTo>
                  <a:cubicBezTo>
                    <a:pt x="46" y="47"/>
                    <a:pt x="46" y="47"/>
                    <a:pt x="46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0" y="17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29" y="17"/>
                    <a:pt x="28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32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8" y="32"/>
                    <a:pt x="19" y="28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2" y="32"/>
                    <a:pt x="42" y="36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6"/>
                    <a:pt x="43" y="32"/>
                    <a:pt x="44" y="28"/>
                  </a:cubicBezTo>
                  <a:cubicBezTo>
                    <a:pt x="52" y="0"/>
                    <a:pt x="52" y="0"/>
                    <a:pt x="52" y="0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7" name="Freeform 75"/>
            <p:cNvSpPr>
              <a:spLocks noEditPoints="1"/>
            </p:cNvSpPr>
            <p:nvPr userDrawn="1"/>
          </p:nvSpPr>
          <p:spPr bwMode="auto">
            <a:xfrm>
              <a:off x="4219575" y="5999163"/>
              <a:ext cx="136525" cy="149225"/>
            </a:xfrm>
            <a:custGeom>
              <a:avLst/>
              <a:gdLst>
                <a:gd name="T0" fmla="*/ 321865625 w 43"/>
                <a:gd name="T1" fmla="*/ 360514900 h 47"/>
                <a:gd name="T2" fmla="*/ 120697625 w 43"/>
                <a:gd name="T3" fmla="*/ 360514900 h 47"/>
                <a:gd name="T4" fmla="*/ 80467200 w 43"/>
                <a:gd name="T5" fmla="*/ 470671525 h 47"/>
                <a:gd name="T6" fmla="*/ 0 w 43"/>
                <a:gd name="T7" fmla="*/ 470671525 h 47"/>
                <a:gd name="T8" fmla="*/ 181048025 w 43"/>
                <a:gd name="T9" fmla="*/ 0 h 47"/>
                <a:gd name="T10" fmla="*/ 251456825 w 43"/>
                <a:gd name="T11" fmla="*/ 0 h 47"/>
                <a:gd name="T12" fmla="*/ 432504850 w 43"/>
                <a:gd name="T13" fmla="*/ 470671525 h 47"/>
                <a:gd name="T14" fmla="*/ 352037650 w 43"/>
                <a:gd name="T15" fmla="*/ 470671525 h 47"/>
                <a:gd name="T16" fmla="*/ 321865625 w 43"/>
                <a:gd name="T17" fmla="*/ 360514900 h 47"/>
                <a:gd name="T18" fmla="*/ 291690425 w 43"/>
                <a:gd name="T19" fmla="*/ 290414075 h 47"/>
                <a:gd name="T20" fmla="*/ 241398425 w 43"/>
                <a:gd name="T21" fmla="*/ 140198475 h 47"/>
                <a:gd name="T22" fmla="*/ 221281625 w 43"/>
                <a:gd name="T23" fmla="*/ 80114775 h 47"/>
                <a:gd name="T24" fmla="*/ 221281625 w 43"/>
                <a:gd name="T25" fmla="*/ 80114775 h 47"/>
                <a:gd name="T26" fmla="*/ 201164825 w 43"/>
                <a:gd name="T27" fmla="*/ 140198475 h 47"/>
                <a:gd name="T28" fmla="*/ 140814425 w 43"/>
                <a:gd name="T29" fmla="*/ 290414075 h 47"/>
                <a:gd name="T30" fmla="*/ 291690425 w 43"/>
                <a:gd name="T31" fmla="*/ 290414075 h 4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3" h="47">
                  <a:moveTo>
                    <a:pt x="32" y="36"/>
                  </a:moveTo>
                  <a:cubicBezTo>
                    <a:pt x="12" y="36"/>
                    <a:pt x="12" y="36"/>
                    <a:pt x="12" y="3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32" y="36"/>
                  </a:lnTo>
                  <a:close/>
                  <a:moveTo>
                    <a:pt x="29" y="29"/>
                  </a:moveTo>
                  <a:cubicBezTo>
                    <a:pt x="24" y="14"/>
                    <a:pt x="24" y="14"/>
                    <a:pt x="24" y="14"/>
                  </a:cubicBezTo>
                  <a:cubicBezTo>
                    <a:pt x="23" y="11"/>
                    <a:pt x="22" y="8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8"/>
                    <a:pt x="21" y="11"/>
                    <a:pt x="20" y="14"/>
                  </a:cubicBezTo>
                  <a:cubicBezTo>
                    <a:pt x="14" y="29"/>
                    <a:pt x="14" y="29"/>
                    <a:pt x="14" y="29"/>
                  </a:cubicBezTo>
                  <a:lnTo>
                    <a:pt x="29" y="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8" name="Freeform 76"/>
            <p:cNvSpPr>
              <a:spLocks/>
            </p:cNvSpPr>
            <p:nvPr userDrawn="1"/>
          </p:nvSpPr>
          <p:spPr bwMode="auto">
            <a:xfrm>
              <a:off x="4346575" y="5999163"/>
              <a:ext cx="109538" cy="149225"/>
            </a:xfrm>
            <a:custGeom>
              <a:avLst/>
              <a:gdLst>
                <a:gd name="T0" fmla="*/ 146289335 w 82"/>
                <a:gd name="T1" fmla="*/ 0 h 111"/>
                <a:gd name="T2" fmla="*/ 146289335 w 82"/>
                <a:gd name="T3" fmla="*/ 25135674 h 111"/>
                <a:gd name="T4" fmla="*/ 87416667 w 82"/>
                <a:gd name="T5" fmla="*/ 25135674 h 111"/>
                <a:gd name="T6" fmla="*/ 87416667 w 82"/>
                <a:gd name="T7" fmla="*/ 199293348 h 111"/>
                <a:gd name="T8" fmla="*/ 58872668 w 82"/>
                <a:gd name="T9" fmla="*/ 199293348 h 111"/>
                <a:gd name="T10" fmla="*/ 58872668 w 82"/>
                <a:gd name="T11" fmla="*/ 25135674 h 111"/>
                <a:gd name="T12" fmla="*/ 0 w 82"/>
                <a:gd name="T13" fmla="*/ 25135674 h 111"/>
                <a:gd name="T14" fmla="*/ 0 w 82"/>
                <a:gd name="T15" fmla="*/ 0 h 111"/>
                <a:gd name="T16" fmla="*/ 146289335 w 82"/>
                <a:gd name="T17" fmla="*/ 0 h 1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111">
                  <a:moveTo>
                    <a:pt x="82" y="0"/>
                  </a:moveTo>
                  <a:lnTo>
                    <a:pt x="82" y="14"/>
                  </a:lnTo>
                  <a:lnTo>
                    <a:pt x="49" y="14"/>
                  </a:lnTo>
                  <a:lnTo>
                    <a:pt x="49" y="111"/>
                  </a:lnTo>
                  <a:lnTo>
                    <a:pt x="33" y="111"/>
                  </a:lnTo>
                  <a:lnTo>
                    <a:pt x="33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9" name="Freeform 77"/>
            <p:cNvSpPr>
              <a:spLocks/>
            </p:cNvSpPr>
            <p:nvPr userDrawn="1"/>
          </p:nvSpPr>
          <p:spPr bwMode="auto">
            <a:xfrm>
              <a:off x="4462463" y="5995988"/>
              <a:ext cx="131762" cy="153987"/>
            </a:xfrm>
            <a:custGeom>
              <a:avLst/>
              <a:gdLst>
                <a:gd name="T0" fmla="*/ 335776634 w 42"/>
                <a:gd name="T1" fmla="*/ 139100542 h 49"/>
                <a:gd name="T2" fmla="*/ 217266126 w 42"/>
                <a:gd name="T3" fmla="*/ 69548700 h 49"/>
                <a:gd name="T4" fmla="*/ 79007005 w 42"/>
                <a:gd name="T5" fmla="*/ 238456726 h 49"/>
                <a:gd name="T6" fmla="*/ 217266126 w 42"/>
                <a:gd name="T7" fmla="*/ 407364752 h 49"/>
                <a:gd name="T8" fmla="*/ 345652509 w 42"/>
                <a:gd name="T9" fmla="*/ 327879177 h 49"/>
                <a:gd name="T10" fmla="*/ 414783639 w 42"/>
                <a:gd name="T11" fmla="*/ 347749785 h 49"/>
                <a:gd name="T12" fmla="*/ 217266126 w 42"/>
                <a:gd name="T13" fmla="*/ 486850327 h 49"/>
                <a:gd name="T14" fmla="*/ 0 w 42"/>
                <a:gd name="T15" fmla="*/ 238456726 h 49"/>
                <a:gd name="T16" fmla="*/ 217266126 w 42"/>
                <a:gd name="T17" fmla="*/ 0 h 49"/>
                <a:gd name="T18" fmla="*/ 404907763 w 42"/>
                <a:gd name="T19" fmla="*/ 119229934 h 49"/>
                <a:gd name="T20" fmla="*/ 335776634 w 42"/>
                <a:gd name="T21" fmla="*/ 139100542 h 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49">
                  <a:moveTo>
                    <a:pt x="34" y="14"/>
                  </a:moveTo>
                  <a:cubicBezTo>
                    <a:pt x="32" y="9"/>
                    <a:pt x="27" y="7"/>
                    <a:pt x="22" y="7"/>
                  </a:cubicBezTo>
                  <a:cubicBezTo>
                    <a:pt x="14" y="7"/>
                    <a:pt x="8" y="13"/>
                    <a:pt x="8" y="24"/>
                  </a:cubicBezTo>
                  <a:cubicBezTo>
                    <a:pt x="8" y="35"/>
                    <a:pt x="14" y="41"/>
                    <a:pt x="22" y="41"/>
                  </a:cubicBezTo>
                  <a:cubicBezTo>
                    <a:pt x="28" y="41"/>
                    <a:pt x="33" y="38"/>
                    <a:pt x="35" y="33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39" y="43"/>
                    <a:pt x="31" y="49"/>
                    <a:pt x="22" y="49"/>
                  </a:cubicBezTo>
                  <a:cubicBezTo>
                    <a:pt x="10" y="49"/>
                    <a:pt x="0" y="39"/>
                    <a:pt x="0" y="24"/>
                  </a:cubicBezTo>
                  <a:cubicBezTo>
                    <a:pt x="0" y="9"/>
                    <a:pt x="10" y="0"/>
                    <a:pt x="22" y="0"/>
                  </a:cubicBezTo>
                  <a:cubicBezTo>
                    <a:pt x="31" y="0"/>
                    <a:pt x="38" y="4"/>
                    <a:pt x="41" y="12"/>
                  </a:cubicBezTo>
                  <a:lnTo>
                    <a:pt x="34" y="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0" name="Freeform 78"/>
            <p:cNvSpPr>
              <a:spLocks/>
            </p:cNvSpPr>
            <p:nvPr userDrawn="1"/>
          </p:nvSpPr>
          <p:spPr bwMode="auto">
            <a:xfrm>
              <a:off x="4618038" y="5999163"/>
              <a:ext cx="109537" cy="149225"/>
            </a:xfrm>
            <a:custGeom>
              <a:avLst/>
              <a:gdLst>
                <a:gd name="T0" fmla="*/ 146287999 w 82"/>
                <a:gd name="T1" fmla="*/ 0 h 111"/>
                <a:gd name="T2" fmla="*/ 146287999 w 82"/>
                <a:gd name="T3" fmla="*/ 199293348 h 111"/>
                <a:gd name="T4" fmla="*/ 114176293 w 82"/>
                <a:gd name="T5" fmla="*/ 199293348 h 111"/>
                <a:gd name="T6" fmla="*/ 114176293 w 82"/>
                <a:gd name="T7" fmla="*/ 109521739 h 111"/>
                <a:gd name="T8" fmla="*/ 28543739 w 82"/>
                <a:gd name="T9" fmla="*/ 109521739 h 111"/>
                <a:gd name="T10" fmla="*/ 28543739 w 82"/>
                <a:gd name="T11" fmla="*/ 199293348 h 111"/>
                <a:gd name="T12" fmla="*/ 0 w 82"/>
                <a:gd name="T13" fmla="*/ 199293348 h 111"/>
                <a:gd name="T14" fmla="*/ 0 w 82"/>
                <a:gd name="T15" fmla="*/ 0 h 111"/>
                <a:gd name="T16" fmla="*/ 28543739 w 82"/>
                <a:gd name="T17" fmla="*/ 0 h 111"/>
                <a:gd name="T18" fmla="*/ 28543739 w 82"/>
                <a:gd name="T19" fmla="*/ 80795255 h 111"/>
                <a:gd name="T20" fmla="*/ 114176293 w 82"/>
                <a:gd name="T21" fmla="*/ 80795255 h 111"/>
                <a:gd name="T22" fmla="*/ 114176293 w 82"/>
                <a:gd name="T23" fmla="*/ 0 h 111"/>
                <a:gd name="T24" fmla="*/ 146287999 w 82"/>
                <a:gd name="T25" fmla="*/ 0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2" h="111">
                  <a:moveTo>
                    <a:pt x="82" y="0"/>
                  </a:moveTo>
                  <a:lnTo>
                    <a:pt x="82" y="111"/>
                  </a:lnTo>
                  <a:lnTo>
                    <a:pt x="64" y="111"/>
                  </a:lnTo>
                  <a:lnTo>
                    <a:pt x="64" y="61"/>
                  </a:lnTo>
                  <a:lnTo>
                    <a:pt x="16" y="61"/>
                  </a:lnTo>
                  <a:lnTo>
                    <a:pt x="16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45"/>
                  </a:lnTo>
                  <a:lnTo>
                    <a:pt x="64" y="45"/>
                  </a:lnTo>
                  <a:lnTo>
                    <a:pt x="64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1" name="Freeform 79"/>
            <p:cNvSpPr>
              <a:spLocks/>
            </p:cNvSpPr>
            <p:nvPr userDrawn="1"/>
          </p:nvSpPr>
          <p:spPr bwMode="auto">
            <a:xfrm>
              <a:off x="4795838" y="5999163"/>
              <a:ext cx="111125" cy="149225"/>
            </a:xfrm>
            <a:custGeom>
              <a:avLst/>
              <a:gdLst>
                <a:gd name="T0" fmla="*/ 148408107 w 83"/>
                <a:gd name="T1" fmla="*/ 0 h 111"/>
                <a:gd name="T2" fmla="*/ 148408107 w 83"/>
                <a:gd name="T3" fmla="*/ 25135674 h 111"/>
                <a:gd name="T4" fmla="*/ 89402071 w 83"/>
                <a:gd name="T5" fmla="*/ 25135674 h 111"/>
                <a:gd name="T6" fmla="*/ 89402071 w 83"/>
                <a:gd name="T7" fmla="*/ 199293348 h 111"/>
                <a:gd name="T8" fmla="*/ 59006036 w 83"/>
                <a:gd name="T9" fmla="*/ 199293348 h 111"/>
                <a:gd name="T10" fmla="*/ 59006036 w 83"/>
                <a:gd name="T11" fmla="*/ 25135674 h 111"/>
                <a:gd name="T12" fmla="*/ 0 w 83"/>
                <a:gd name="T13" fmla="*/ 25135674 h 111"/>
                <a:gd name="T14" fmla="*/ 0 w 83"/>
                <a:gd name="T15" fmla="*/ 0 h 111"/>
                <a:gd name="T16" fmla="*/ 148408107 w 83"/>
                <a:gd name="T17" fmla="*/ 0 h 1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3" h="111">
                  <a:moveTo>
                    <a:pt x="83" y="0"/>
                  </a:moveTo>
                  <a:lnTo>
                    <a:pt x="83" y="14"/>
                  </a:lnTo>
                  <a:lnTo>
                    <a:pt x="50" y="14"/>
                  </a:lnTo>
                  <a:lnTo>
                    <a:pt x="50" y="111"/>
                  </a:lnTo>
                  <a:lnTo>
                    <a:pt x="33" y="111"/>
                  </a:lnTo>
                  <a:lnTo>
                    <a:pt x="33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2" name="Freeform 80"/>
            <p:cNvSpPr>
              <a:spLocks/>
            </p:cNvSpPr>
            <p:nvPr userDrawn="1"/>
          </p:nvSpPr>
          <p:spPr bwMode="auto">
            <a:xfrm>
              <a:off x="4929188" y="5999163"/>
              <a:ext cx="109537" cy="149225"/>
            </a:xfrm>
            <a:custGeom>
              <a:avLst/>
              <a:gdLst>
                <a:gd name="T0" fmla="*/ 146287999 w 82"/>
                <a:gd name="T1" fmla="*/ 0 h 111"/>
                <a:gd name="T2" fmla="*/ 146287999 w 82"/>
                <a:gd name="T3" fmla="*/ 199293348 h 111"/>
                <a:gd name="T4" fmla="*/ 112391641 w 82"/>
                <a:gd name="T5" fmla="*/ 199293348 h 111"/>
                <a:gd name="T6" fmla="*/ 112391641 w 82"/>
                <a:gd name="T7" fmla="*/ 109521739 h 111"/>
                <a:gd name="T8" fmla="*/ 28543739 w 82"/>
                <a:gd name="T9" fmla="*/ 109521739 h 111"/>
                <a:gd name="T10" fmla="*/ 28543739 w 82"/>
                <a:gd name="T11" fmla="*/ 199293348 h 111"/>
                <a:gd name="T12" fmla="*/ 0 w 82"/>
                <a:gd name="T13" fmla="*/ 199293348 h 111"/>
                <a:gd name="T14" fmla="*/ 0 w 82"/>
                <a:gd name="T15" fmla="*/ 0 h 111"/>
                <a:gd name="T16" fmla="*/ 28543739 w 82"/>
                <a:gd name="T17" fmla="*/ 0 h 111"/>
                <a:gd name="T18" fmla="*/ 28543739 w 82"/>
                <a:gd name="T19" fmla="*/ 80795255 h 111"/>
                <a:gd name="T20" fmla="*/ 112391641 w 82"/>
                <a:gd name="T21" fmla="*/ 80795255 h 111"/>
                <a:gd name="T22" fmla="*/ 112391641 w 82"/>
                <a:gd name="T23" fmla="*/ 0 h 111"/>
                <a:gd name="T24" fmla="*/ 146287999 w 82"/>
                <a:gd name="T25" fmla="*/ 0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2" h="111">
                  <a:moveTo>
                    <a:pt x="82" y="0"/>
                  </a:moveTo>
                  <a:lnTo>
                    <a:pt x="82" y="111"/>
                  </a:lnTo>
                  <a:lnTo>
                    <a:pt x="63" y="111"/>
                  </a:lnTo>
                  <a:lnTo>
                    <a:pt x="63" y="61"/>
                  </a:lnTo>
                  <a:lnTo>
                    <a:pt x="16" y="61"/>
                  </a:lnTo>
                  <a:lnTo>
                    <a:pt x="16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45"/>
                  </a:lnTo>
                  <a:lnTo>
                    <a:pt x="63" y="45"/>
                  </a:lnTo>
                  <a:lnTo>
                    <a:pt x="63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3" name="Freeform 81"/>
            <p:cNvSpPr>
              <a:spLocks/>
            </p:cNvSpPr>
            <p:nvPr userDrawn="1"/>
          </p:nvSpPr>
          <p:spPr bwMode="auto">
            <a:xfrm>
              <a:off x="5073650" y="5999163"/>
              <a:ext cx="95250" cy="149225"/>
            </a:xfrm>
            <a:custGeom>
              <a:avLst/>
              <a:gdLst>
                <a:gd name="T0" fmla="*/ 127207046 w 71"/>
                <a:gd name="T1" fmla="*/ 168770786 h 111"/>
                <a:gd name="T2" fmla="*/ 127207046 w 71"/>
                <a:gd name="T3" fmla="*/ 199293348 h 111"/>
                <a:gd name="T4" fmla="*/ 0 w 71"/>
                <a:gd name="T5" fmla="*/ 199293348 h 111"/>
                <a:gd name="T6" fmla="*/ 0 w 71"/>
                <a:gd name="T7" fmla="*/ 0 h 111"/>
                <a:gd name="T8" fmla="*/ 123623768 w 71"/>
                <a:gd name="T9" fmla="*/ 0 h 111"/>
                <a:gd name="T10" fmla="*/ 123623768 w 71"/>
                <a:gd name="T11" fmla="*/ 25135674 h 111"/>
                <a:gd name="T12" fmla="*/ 30458535 w 71"/>
                <a:gd name="T13" fmla="*/ 25135674 h 111"/>
                <a:gd name="T14" fmla="*/ 30458535 w 71"/>
                <a:gd name="T15" fmla="*/ 80795255 h 111"/>
                <a:gd name="T16" fmla="*/ 102124099 w 71"/>
                <a:gd name="T17" fmla="*/ 80795255 h 111"/>
                <a:gd name="T18" fmla="*/ 102124099 w 71"/>
                <a:gd name="T19" fmla="*/ 105930929 h 111"/>
                <a:gd name="T20" fmla="*/ 30458535 w 71"/>
                <a:gd name="T21" fmla="*/ 105930929 h 111"/>
                <a:gd name="T22" fmla="*/ 30458535 w 71"/>
                <a:gd name="T23" fmla="*/ 168770786 h 111"/>
                <a:gd name="T24" fmla="*/ 127207046 w 71"/>
                <a:gd name="T25" fmla="*/ 168770786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1" h="111">
                  <a:moveTo>
                    <a:pt x="71" y="94"/>
                  </a:moveTo>
                  <a:lnTo>
                    <a:pt x="71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14"/>
                  </a:lnTo>
                  <a:lnTo>
                    <a:pt x="17" y="14"/>
                  </a:lnTo>
                  <a:lnTo>
                    <a:pt x="17" y="45"/>
                  </a:lnTo>
                  <a:lnTo>
                    <a:pt x="57" y="45"/>
                  </a:lnTo>
                  <a:lnTo>
                    <a:pt x="57" y="59"/>
                  </a:lnTo>
                  <a:lnTo>
                    <a:pt x="17" y="59"/>
                  </a:lnTo>
                  <a:lnTo>
                    <a:pt x="17" y="94"/>
                  </a:lnTo>
                  <a:lnTo>
                    <a:pt x="71" y="9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4" name="Freeform 82"/>
            <p:cNvSpPr>
              <a:spLocks/>
            </p:cNvSpPr>
            <p:nvPr userDrawn="1"/>
          </p:nvSpPr>
          <p:spPr bwMode="auto">
            <a:xfrm>
              <a:off x="5245100" y="5999163"/>
              <a:ext cx="95250" cy="149225"/>
            </a:xfrm>
            <a:custGeom>
              <a:avLst/>
              <a:gdLst>
                <a:gd name="T0" fmla="*/ 37625092 w 71"/>
                <a:gd name="T1" fmla="*/ 34113373 h 111"/>
                <a:gd name="T2" fmla="*/ 37625092 w 71"/>
                <a:gd name="T3" fmla="*/ 84386065 h 111"/>
                <a:gd name="T4" fmla="*/ 109290655 w 71"/>
                <a:gd name="T5" fmla="*/ 84386065 h 111"/>
                <a:gd name="T6" fmla="*/ 109290655 w 71"/>
                <a:gd name="T7" fmla="*/ 118498094 h 111"/>
                <a:gd name="T8" fmla="*/ 37625092 w 71"/>
                <a:gd name="T9" fmla="*/ 118498094 h 111"/>
                <a:gd name="T10" fmla="*/ 37625092 w 71"/>
                <a:gd name="T11" fmla="*/ 199293348 h 111"/>
                <a:gd name="T12" fmla="*/ 0 w 71"/>
                <a:gd name="T13" fmla="*/ 199293348 h 111"/>
                <a:gd name="T14" fmla="*/ 0 w 71"/>
                <a:gd name="T15" fmla="*/ 0 h 111"/>
                <a:gd name="T16" fmla="*/ 127207046 w 71"/>
                <a:gd name="T17" fmla="*/ 0 h 111"/>
                <a:gd name="T18" fmla="*/ 127207046 w 71"/>
                <a:gd name="T19" fmla="*/ 34113373 h 111"/>
                <a:gd name="T20" fmla="*/ 37625092 w 71"/>
                <a:gd name="T21" fmla="*/ 3411337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" h="111">
                  <a:moveTo>
                    <a:pt x="21" y="19"/>
                  </a:moveTo>
                  <a:lnTo>
                    <a:pt x="21" y="47"/>
                  </a:lnTo>
                  <a:lnTo>
                    <a:pt x="61" y="47"/>
                  </a:lnTo>
                  <a:lnTo>
                    <a:pt x="61" y="66"/>
                  </a:lnTo>
                  <a:lnTo>
                    <a:pt x="21" y="66"/>
                  </a:lnTo>
                  <a:lnTo>
                    <a:pt x="21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19"/>
                  </a:lnTo>
                  <a:lnTo>
                    <a:pt x="21" y="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5" name="Rectangle 83"/>
            <p:cNvSpPr>
              <a:spLocks noChangeArrowheads="1"/>
            </p:cNvSpPr>
            <p:nvPr userDrawn="1"/>
          </p:nvSpPr>
          <p:spPr bwMode="auto">
            <a:xfrm>
              <a:off x="5365750" y="5999163"/>
              <a:ext cx="26988" cy="149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6" name="Freeform 84"/>
            <p:cNvSpPr>
              <a:spLocks/>
            </p:cNvSpPr>
            <p:nvPr userDrawn="1"/>
          </p:nvSpPr>
          <p:spPr bwMode="auto">
            <a:xfrm>
              <a:off x="5426075" y="5999163"/>
              <a:ext cx="96838" cy="149225"/>
            </a:xfrm>
            <a:custGeom>
              <a:avLst/>
              <a:gdLst>
                <a:gd name="T0" fmla="*/ 129327812 w 73"/>
                <a:gd name="T1" fmla="*/ 159794432 h 111"/>
                <a:gd name="T2" fmla="*/ 129327812 w 73"/>
                <a:gd name="T3" fmla="*/ 199293348 h 111"/>
                <a:gd name="T4" fmla="*/ 0 w 73"/>
                <a:gd name="T5" fmla="*/ 199293348 h 111"/>
                <a:gd name="T6" fmla="*/ 0 w 73"/>
                <a:gd name="T7" fmla="*/ 0 h 111"/>
                <a:gd name="T8" fmla="*/ 37204364 w 73"/>
                <a:gd name="T9" fmla="*/ 0 h 111"/>
                <a:gd name="T10" fmla="*/ 37204364 w 73"/>
                <a:gd name="T11" fmla="*/ 159794432 h 111"/>
                <a:gd name="T12" fmla="*/ 129327812 w 73"/>
                <a:gd name="T13" fmla="*/ 159794432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111">
                  <a:moveTo>
                    <a:pt x="73" y="89"/>
                  </a:moveTo>
                  <a:lnTo>
                    <a:pt x="73" y="111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89"/>
                  </a:lnTo>
                  <a:lnTo>
                    <a:pt x="73" y="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7" name="Freeform 85"/>
            <p:cNvSpPr>
              <a:spLocks/>
            </p:cNvSpPr>
            <p:nvPr userDrawn="1"/>
          </p:nvSpPr>
          <p:spPr bwMode="auto">
            <a:xfrm>
              <a:off x="5541963" y="5999163"/>
              <a:ext cx="136525" cy="149225"/>
            </a:xfrm>
            <a:custGeom>
              <a:avLst/>
              <a:gdLst>
                <a:gd name="T0" fmla="*/ 432504850 w 43"/>
                <a:gd name="T1" fmla="*/ 0 h 47"/>
                <a:gd name="T2" fmla="*/ 432504850 w 43"/>
                <a:gd name="T3" fmla="*/ 470671525 h 47"/>
                <a:gd name="T4" fmla="*/ 341979250 w 43"/>
                <a:gd name="T5" fmla="*/ 470671525 h 47"/>
                <a:gd name="T6" fmla="*/ 341979250 w 43"/>
                <a:gd name="T7" fmla="*/ 310441975 h 47"/>
                <a:gd name="T8" fmla="*/ 341979250 w 43"/>
                <a:gd name="T9" fmla="*/ 150215600 h 47"/>
                <a:gd name="T10" fmla="*/ 341979250 w 43"/>
                <a:gd name="T11" fmla="*/ 150215600 h 47"/>
                <a:gd name="T12" fmla="*/ 301748825 w 43"/>
                <a:gd name="T13" fmla="*/ 220313250 h 47"/>
                <a:gd name="T14" fmla="*/ 241398425 w 43"/>
                <a:gd name="T15" fmla="*/ 350500950 h 47"/>
                <a:gd name="T16" fmla="*/ 191106425 w 43"/>
                <a:gd name="T17" fmla="*/ 350500950 h 47"/>
                <a:gd name="T18" fmla="*/ 120697625 w 43"/>
                <a:gd name="T19" fmla="*/ 220313250 h 47"/>
                <a:gd name="T20" fmla="*/ 90525600 w 43"/>
                <a:gd name="T21" fmla="*/ 150215600 h 47"/>
                <a:gd name="T22" fmla="*/ 90525600 w 43"/>
                <a:gd name="T23" fmla="*/ 150215600 h 47"/>
                <a:gd name="T24" fmla="*/ 90525600 w 43"/>
                <a:gd name="T25" fmla="*/ 310441975 h 47"/>
                <a:gd name="T26" fmla="*/ 90525600 w 43"/>
                <a:gd name="T27" fmla="*/ 470671525 h 47"/>
                <a:gd name="T28" fmla="*/ 0 w 43"/>
                <a:gd name="T29" fmla="*/ 470671525 h 47"/>
                <a:gd name="T30" fmla="*/ 0 w 43"/>
                <a:gd name="T31" fmla="*/ 0 h 47"/>
                <a:gd name="T32" fmla="*/ 90525600 w 43"/>
                <a:gd name="T33" fmla="*/ 0 h 47"/>
                <a:gd name="T34" fmla="*/ 181048025 w 43"/>
                <a:gd name="T35" fmla="*/ 160229550 h 47"/>
                <a:gd name="T36" fmla="*/ 211223225 w 43"/>
                <a:gd name="T37" fmla="*/ 230327200 h 47"/>
                <a:gd name="T38" fmla="*/ 221281625 w 43"/>
                <a:gd name="T39" fmla="*/ 230327200 h 47"/>
                <a:gd name="T40" fmla="*/ 251456825 w 43"/>
                <a:gd name="T41" fmla="*/ 160229550 h 47"/>
                <a:gd name="T42" fmla="*/ 341979250 w 43"/>
                <a:gd name="T43" fmla="*/ 0 h 47"/>
                <a:gd name="T44" fmla="*/ 432504850 w 43"/>
                <a:gd name="T45" fmla="*/ 0 h 4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3" h="47">
                  <a:moveTo>
                    <a:pt x="43" y="0"/>
                  </a:moveTo>
                  <a:cubicBezTo>
                    <a:pt x="43" y="47"/>
                    <a:pt x="43" y="47"/>
                    <a:pt x="43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22"/>
                    <a:pt x="34" y="15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4" y="15"/>
                    <a:pt x="31" y="20"/>
                    <a:pt x="30" y="22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1" y="20"/>
                    <a:pt x="9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9" y="22"/>
                    <a:pt x="9" y="31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1" y="21"/>
                    <a:pt x="21" y="23"/>
                    <a:pt x="21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1"/>
                    <a:pt x="25" y="16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8" name="Oval 86"/>
            <p:cNvSpPr>
              <a:spLocks noChangeArrowheads="1"/>
            </p:cNvSpPr>
            <p:nvPr userDrawn="1"/>
          </p:nvSpPr>
          <p:spPr bwMode="auto">
            <a:xfrm>
              <a:off x="3533775" y="5853113"/>
              <a:ext cx="439738" cy="438150"/>
            </a:xfrm>
            <a:prstGeom prst="ellipse">
              <a:avLst/>
            </a:prstGeom>
            <a:noFill/>
            <a:ln w="190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19" name="Freeform 87"/>
            <p:cNvSpPr>
              <a:spLocks/>
            </p:cNvSpPr>
            <p:nvPr userDrawn="1"/>
          </p:nvSpPr>
          <p:spPr bwMode="auto">
            <a:xfrm>
              <a:off x="3714750" y="5926138"/>
              <a:ext cx="141288" cy="290512"/>
            </a:xfrm>
            <a:custGeom>
              <a:avLst/>
              <a:gdLst>
                <a:gd name="T0" fmla="*/ 0 w 106"/>
                <a:gd name="T1" fmla="*/ 387982774 h 218"/>
                <a:gd name="T2" fmla="*/ 0 w 106"/>
                <a:gd name="T3" fmla="*/ 0 h 218"/>
                <a:gd name="T4" fmla="*/ 188691457 w 106"/>
                <a:gd name="T5" fmla="*/ 193991387 h 218"/>
                <a:gd name="T6" fmla="*/ 0 w 106"/>
                <a:gd name="T7" fmla="*/ 387982774 h 2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6" h="218">
                  <a:moveTo>
                    <a:pt x="0" y="218"/>
                  </a:moveTo>
                  <a:lnTo>
                    <a:pt x="0" y="0"/>
                  </a:lnTo>
                  <a:lnTo>
                    <a:pt x="106" y="109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4800" dirty="0">
                <a:latin typeface="+mj-lt"/>
              </a:endParaRPr>
            </a:p>
          </p:txBody>
        </p:sp>
      </p:grpSp>
      <p:sp>
        <p:nvSpPr>
          <p:cNvPr id="20" name="AutoShape 72">
            <a:hlinkClick r:id="rId2"/>
          </p:cNvPr>
          <p:cNvSpPr>
            <a:spLocks noChangeAspect="1" noChangeArrowheads="1" noTextEdit="1"/>
          </p:cNvSpPr>
          <p:nvPr userDrawn="1"/>
        </p:nvSpPr>
        <p:spPr bwMode="auto">
          <a:xfrm>
            <a:off x="4910710" y="5827890"/>
            <a:ext cx="2367408" cy="5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4800" dirty="0">
              <a:latin typeface="+mj-lt"/>
            </a:endParaRP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897998" y="823245"/>
            <a:ext cx="2392832" cy="365535"/>
            <a:chOff x="3712598" y="617435"/>
            <a:chExt cx="1795091" cy="274151"/>
          </a:xfrm>
        </p:grpSpPr>
        <p:sp>
          <p:nvSpPr>
            <p:cNvPr id="22" name="Freeform 7"/>
            <p:cNvSpPr>
              <a:spLocks/>
            </p:cNvSpPr>
            <p:nvPr userDrawn="1"/>
          </p:nvSpPr>
          <p:spPr bwMode="auto">
            <a:xfrm>
              <a:off x="3712598" y="636506"/>
              <a:ext cx="688952" cy="240776"/>
            </a:xfrm>
            <a:custGeom>
              <a:avLst/>
              <a:gdLst>
                <a:gd name="T0" fmla="*/ 0 w 578"/>
                <a:gd name="T1" fmla="*/ 202 h 202"/>
                <a:gd name="T2" fmla="*/ 164 w 578"/>
                <a:gd name="T3" fmla="*/ 202 h 202"/>
                <a:gd name="T4" fmla="*/ 198 w 578"/>
                <a:gd name="T5" fmla="*/ 122 h 202"/>
                <a:gd name="T6" fmla="*/ 358 w 578"/>
                <a:gd name="T7" fmla="*/ 122 h 202"/>
                <a:gd name="T8" fmla="*/ 322 w 578"/>
                <a:gd name="T9" fmla="*/ 202 h 202"/>
                <a:gd name="T10" fmla="*/ 488 w 578"/>
                <a:gd name="T11" fmla="*/ 202 h 202"/>
                <a:gd name="T12" fmla="*/ 578 w 578"/>
                <a:gd name="T13" fmla="*/ 0 h 202"/>
                <a:gd name="T14" fmla="*/ 412 w 578"/>
                <a:gd name="T15" fmla="*/ 0 h 202"/>
                <a:gd name="T16" fmla="*/ 382 w 578"/>
                <a:gd name="T17" fmla="*/ 68 h 202"/>
                <a:gd name="T18" fmla="*/ 222 w 578"/>
                <a:gd name="T19" fmla="*/ 68 h 202"/>
                <a:gd name="T20" fmla="*/ 252 w 578"/>
                <a:gd name="T21" fmla="*/ 0 h 202"/>
                <a:gd name="T22" fmla="*/ 90 w 578"/>
                <a:gd name="T23" fmla="*/ 0 h 202"/>
                <a:gd name="T24" fmla="*/ 0 w 578"/>
                <a:gd name="T2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8" h="202">
                  <a:moveTo>
                    <a:pt x="0" y="202"/>
                  </a:moveTo>
                  <a:lnTo>
                    <a:pt x="164" y="202"/>
                  </a:lnTo>
                  <a:lnTo>
                    <a:pt x="198" y="122"/>
                  </a:lnTo>
                  <a:lnTo>
                    <a:pt x="358" y="122"/>
                  </a:lnTo>
                  <a:lnTo>
                    <a:pt x="322" y="202"/>
                  </a:lnTo>
                  <a:lnTo>
                    <a:pt x="488" y="202"/>
                  </a:lnTo>
                  <a:lnTo>
                    <a:pt x="578" y="0"/>
                  </a:lnTo>
                  <a:lnTo>
                    <a:pt x="412" y="0"/>
                  </a:lnTo>
                  <a:lnTo>
                    <a:pt x="382" y="68"/>
                  </a:lnTo>
                  <a:lnTo>
                    <a:pt x="222" y="68"/>
                  </a:lnTo>
                  <a:lnTo>
                    <a:pt x="252" y="0"/>
                  </a:lnTo>
                  <a:lnTo>
                    <a:pt x="90" y="0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23" name="Freeform 8"/>
            <p:cNvSpPr>
              <a:spLocks/>
            </p:cNvSpPr>
            <p:nvPr userDrawn="1"/>
          </p:nvSpPr>
          <p:spPr bwMode="auto">
            <a:xfrm>
              <a:off x="4368175" y="617435"/>
              <a:ext cx="650810" cy="274151"/>
            </a:xfrm>
            <a:custGeom>
              <a:avLst/>
              <a:gdLst>
                <a:gd name="T0" fmla="*/ 195 w 273"/>
                <a:gd name="T1" fmla="*/ 43 h 115"/>
                <a:gd name="T2" fmla="*/ 273 w 273"/>
                <a:gd name="T3" fmla="*/ 43 h 115"/>
                <a:gd name="T4" fmla="*/ 223 w 273"/>
                <a:gd name="T5" fmla="*/ 9 h 115"/>
                <a:gd name="T6" fmla="*/ 42 w 273"/>
                <a:gd name="T7" fmla="*/ 31 h 115"/>
                <a:gd name="T8" fmla="*/ 38 w 273"/>
                <a:gd name="T9" fmla="*/ 101 h 115"/>
                <a:gd name="T10" fmla="*/ 188 w 273"/>
                <a:gd name="T11" fmla="*/ 107 h 115"/>
                <a:gd name="T12" fmla="*/ 257 w 273"/>
                <a:gd name="T13" fmla="*/ 76 h 115"/>
                <a:gd name="T14" fmla="*/ 178 w 273"/>
                <a:gd name="T15" fmla="*/ 76 h 115"/>
                <a:gd name="T16" fmla="*/ 139 w 273"/>
                <a:gd name="T17" fmla="*/ 88 h 115"/>
                <a:gd name="T18" fmla="*/ 97 w 273"/>
                <a:gd name="T19" fmla="*/ 59 h 115"/>
                <a:gd name="T20" fmla="*/ 154 w 273"/>
                <a:gd name="T21" fmla="*/ 30 h 115"/>
                <a:gd name="T22" fmla="*/ 195 w 273"/>
                <a:gd name="T23" fmla="*/ 4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3" h="115">
                  <a:moveTo>
                    <a:pt x="195" y="43"/>
                  </a:moveTo>
                  <a:cubicBezTo>
                    <a:pt x="273" y="43"/>
                    <a:pt x="273" y="43"/>
                    <a:pt x="273" y="43"/>
                  </a:cubicBezTo>
                  <a:cubicBezTo>
                    <a:pt x="272" y="26"/>
                    <a:pt x="256" y="14"/>
                    <a:pt x="223" y="9"/>
                  </a:cubicBezTo>
                  <a:cubicBezTo>
                    <a:pt x="160" y="0"/>
                    <a:pt x="91" y="4"/>
                    <a:pt x="42" y="31"/>
                  </a:cubicBezTo>
                  <a:cubicBezTo>
                    <a:pt x="3" y="53"/>
                    <a:pt x="0" y="85"/>
                    <a:pt x="38" y="101"/>
                  </a:cubicBezTo>
                  <a:cubicBezTo>
                    <a:pt x="71" y="114"/>
                    <a:pt x="139" y="115"/>
                    <a:pt x="188" y="107"/>
                  </a:cubicBezTo>
                  <a:cubicBezTo>
                    <a:pt x="219" y="102"/>
                    <a:pt x="244" y="91"/>
                    <a:pt x="257" y="76"/>
                  </a:cubicBezTo>
                  <a:cubicBezTo>
                    <a:pt x="178" y="76"/>
                    <a:pt x="178" y="76"/>
                    <a:pt x="178" y="76"/>
                  </a:cubicBezTo>
                  <a:cubicBezTo>
                    <a:pt x="168" y="84"/>
                    <a:pt x="155" y="88"/>
                    <a:pt x="139" y="88"/>
                  </a:cubicBezTo>
                  <a:cubicBezTo>
                    <a:pt x="95" y="88"/>
                    <a:pt x="89" y="75"/>
                    <a:pt x="97" y="59"/>
                  </a:cubicBezTo>
                  <a:cubicBezTo>
                    <a:pt x="106" y="41"/>
                    <a:pt x="125" y="31"/>
                    <a:pt x="154" y="30"/>
                  </a:cubicBezTo>
                  <a:cubicBezTo>
                    <a:pt x="178" y="30"/>
                    <a:pt x="189" y="35"/>
                    <a:pt x="195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24" name="Freeform 9"/>
            <p:cNvSpPr>
              <a:spLocks/>
            </p:cNvSpPr>
            <p:nvPr userDrawn="1"/>
          </p:nvSpPr>
          <p:spPr bwMode="auto">
            <a:xfrm>
              <a:off x="5004682" y="636506"/>
              <a:ext cx="503007" cy="240776"/>
            </a:xfrm>
            <a:custGeom>
              <a:avLst/>
              <a:gdLst>
                <a:gd name="T0" fmla="*/ 258 w 422"/>
                <a:gd name="T1" fmla="*/ 0 h 202"/>
                <a:gd name="T2" fmla="*/ 190 w 422"/>
                <a:gd name="T3" fmla="*/ 154 h 202"/>
                <a:gd name="T4" fmla="*/ 422 w 422"/>
                <a:gd name="T5" fmla="*/ 154 h 202"/>
                <a:gd name="T6" fmla="*/ 400 w 422"/>
                <a:gd name="T7" fmla="*/ 202 h 202"/>
                <a:gd name="T8" fmla="*/ 0 w 422"/>
                <a:gd name="T9" fmla="*/ 202 h 202"/>
                <a:gd name="T10" fmla="*/ 90 w 422"/>
                <a:gd name="T11" fmla="*/ 0 h 202"/>
                <a:gd name="T12" fmla="*/ 258 w 422"/>
                <a:gd name="T1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2" h="202">
                  <a:moveTo>
                    <a:pt x="258" y="0"/>
                  </a:moveTo>
                  <a:lnTo>
                    <a:pt x="190" y="154"/>
                  </a:lnTo>
                  <a:lnTo>
                    <a:pt x="422" y="154"/>
                  </a:lnTo>
                  <a:lnTo>
                    <a:pt x="400" y="202"/>
                  </a:lnTo>
                  <a:lnTo>
                    <a:pt x="0" y="202"/>
                  </a:lnTo>
                  <a:lnTo>
                    <a:pt x="90" y="0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3615785" y="2644560"/>
            <a:ext cx="4957259" cy="1061640"/>
            <a:chOff x="2697049" y="1983421"/>
            <a:chExt cx="3718913" cy="796229"/>
          </a:xfrm>
        </p:grpSpPr>
        <p:sp>
          <p:nvSpPr>
            <p:cNvPr id="26" name="Freeform 51"/>
            <p:cNvSpPr>
              <a:spLocks noEditPoints="1"/>
            </p:cNvSpPr>
            <p:nvPr userDrawn="1"/>
          </p:nvSpPr>
          <p:spPr bwMode="auto">
            <a:xfrm>
              <a:off x="3412224" y="2588936"/>
              <a:ext cx="83437" cy="112044"/>
            </a:xfrm>
            <a:custGeom>
              <a:avLst/>
              <a:gdLst>
                <a:gd name="T0" fmla="*/ 19 w 35"/>
                <a:gd name="T1" fmla="*/ 0 h 47"/>
                <a:gd name="T2" fmla="*/ 32 w 35"/>
                <a:gd name="T3" fmla="*/ 12 h 47"/>
                <a:gd name="T4" fmla="*/ 25 w 35"/>
                <a:gd name="T5" fmla="*/ 21 h 47"/>
                <a:gd name="T6" fmla="*/ 25 w 35"/>
                <a:gd name="T7" fmla="*/ 21 h 47"/>
                <a:gd name="T8" fmla="*/ 35 w 35"/>
                <a:gd name="T9" fmla="*/ 33 h 47"/>
                <a:gd name="T10" fmla="*/ 19 w 35"/>
                <a:gd name="T11" fmla="*/ 47 h 47"/>
                <a:gd name="T12" fmla="*/ 0 w 35"/>
                <a:gd name="T13" fmla="*/ 47 h 47"/>
                <a:gd name="T14" fmla="*/ 0 w 35"/>
                <a:gd name="T15" fmla="*/ 0 h 47"/>
                <a:gd name="T16" fmla="*/ 19 w 35"/>
                <a:gd name="T17" fmla="*/ 0 h 47"/>
                <a:gd name="T18" fmla="*/ 17 w 35"/>
                <a:gd name="T19" fmla="*/ 19 h 47"/>
                <a:gd name="T20" fmla="*/ 25 w 35"/>
                <a:gd name="T21" fmla="*/ 13 h 47"/>
                <a:gd name="T22" fmla="*/ 17 w 35"/>
                <a:gd name="T23" fmla="*/ 6 h 47"/>
                <a:gd name="T24" fmla="*/ 8 w 35"/>
                <a:gd name="T25" fmla="*/ 6 h 47"/>
                <a:gd name="T26" fmla="*/ 8 w 35"/>
                <a:gd name="T27" fmla="*/ 19 h 47"/>
                <a:gd name="T28" fmla="*/ 17 w 35"/>
                <a:gd name="T29" fmla="*/ 19 h 47"/>
                <a:gd name="T30" fmla="*/ 19 w 35"/>
                <a:gd name="T31" fmla="*/ 41 h 47"/>
                <a:gd name="T32" fmla="*/ 28 w 35"/>
                <a:gd name="T33" fmla="*/ 33 h 47"/>
                <a:gd name="T34" fmla="*/ 19 w 35"/>
                <a:gd name="T35" fmla="*/ 25 h 47"/>
                <a:gd name="T36" fmla="*/ 8 w 35"/>
                <a:gd name="T37" fmla="*/ 25 h 47"/>
                <a:gd name="T38" fmla="*/ 8 w 35"/>
                <a:gd name="T39" fmla="*/ 41 h 47"/>
                <a:gd name="T40" fmla="*/ 19 w 35"/>
                <a:gd name="T41" fmla="*/ 4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" h="47">
                  <a:moveTo>
                    <a:pt x="19" y="0"/>
                  </a:moveTo>
                  <a:cubicBezTo>
                    <a:pt x="27" y="0"/>
                    <a:pt x="32" y="5"/>
                    <a:pt x="32" y="12"/>
                  </a:cubicBezTo>
                  <a:cubicBezTo>
                    <a:pt x="32" y="16"/>
                    <a:pt x="29" y="20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30" y="22"/>
                    <a:pt x="35" y="27"/>
                    <a:pt x="35" y="33"/>
                  </a:cubicBezTo>
                  <a:cubicBezTo>
                    <a:pt x="35" y="41"/>
                    <a:pt x="30" y="47"/>
                    <a:pt x="19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9" y="0"/>
                  </a:lnTo>
                  <a:close/>
                  <a:moveTo>
                    <a:pt x="17" y="19"/>
                  </a:moveTo>
                  <a:cubicBezTo>
                    <a:pt x="22" y="19"/>
                    <a:pt x="25" y="16"/>
                    <a:pt x="25" y="13"/>
                  </a:cubicBezTo>
                  <a:cubicBezTo>
                    <a:pt x="25" y="9"/>
                    <a:pt x="22" y="6"/>
                    <a:pt x="1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19"/>
                    <a:pt x="8" y="19"/>
                    <a:pt x="8" y="19"/>
                  </a:cubicBezTo>
                  <a:lnTo>
                    <a:pt x="17" y="19"/>
                  </a:lnTo>
                  <a:close/>
                  <a:moveTo>
                    <a:pt x="19" y="41"/>
                  </a:moveTo>
                  <a:cubicBezTo>
                    <a:pt x="24" y="41"/>
                    <a:pt x="28" y="37"/>
                    <a:pt x="28" y="33"/>
                  </a:cubicBezTo>
                  <a:cubicBezTo>
                    <a:pt x="28" y="28"/>
                    <a:pt x="24" y="25"/>
                    <a:pt x="19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41"/>
                    <a:pt x="8" y="41"/>
                    <a:pt x="8" y="41"/>
                  </a:cubicBezTo>
                  <a:lnTo>
                    <a:pt x="19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27" name="Freeform 52"/>
            <p:cNvSpPr>
              <a:spLocks/>
            </p:cNvSpPr>
            <p:nvPr userDrawn="1"/>
          </p:nvSpPr>
          <p:spPr bwMode="auto">
            <a:xfrm>
              <a:off x="3521884" y="2588936"/>
              <a:ext cx="78669" cy="112044"/>
            </a:xfrm>
            <a:custGeom>
              <a:avLst/>
              <a:gdLst>
                <a:gd name="T0" fmla="*/ 66 w 66"/>
                <a:gd name="T1" fmla="*/ 80 h 94"/>
                <a:gd name="T2" fmla="*/ 66 w 66"/>
                <a:gd name="T3" fmla="*/ 94 h 94"/>
                <a:gd name="T4" fmla="*/ 0 w 66"/>
                <a:gd name="T5" fmla="*/ 94 h 94"/>
                <a:gd name="T6" fmla="*/ 0 w 66"/>
                <a:gd name="T7" fmla="*/ 0 h 94"/>
                <a:gd name="T8" fmla="*/ 64 w 66"/>
                <a:gd name="T9" fmla="*/ 0 h 94"/>
                <a:gd name="T10" fmla="*/ 64 w 66"/>
                <a:gd name="T11" fmla="*/ 14 h 94"/>
                <a:gd name="T12" fmla="*/ 16 w 66"/>
                <a:gd name="T13" fmla="*/ 14 h 94"/>
                <a:gd name="T14" fmla="*/ 16 w 66"/>
                <a:gd name="T15" fmla="*/ 38 h 94"/>
                <a:gd name="T16" fmla="*/ 54 w 66"/>
                <a:gd name="T17" fmla="*/ 38 h 94"/>
                <a:gd name="T18" fmla="*/ 54 w 66"/>
                <a:gd name="T19" fmla="*/ 52 h 94"/>
                <a:gd name="T20" fmla="*/ 16 w 66"/>
                <a:gd name="T21" fmla="*/ 52 h 94"/>
                <a:gd name="T22" fmla="*/ 16 w 66"/>
                <a:gd name="T23" fmla="*/ 80 h 94"/>
                <a:gd name="T24" fmla="*/ 66 w 66"/>
                <a:gd name="T25" fmla="*/ 8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94">
                  <a:moveTo>
                    <a:pt x="66" y="80"/>
                  </a:moveTo>
                  <a:lnTo>
                    <a:pt x="66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6" y="14"/>
                  </a:lnTo>
                  <a:lnTo>
                    <a:pt x="16" y="38"/>
                  </a:lnTo>
                  <a:lnTo>
                    <a:pt x="54" y="38"/>
                  </a:lnTo>
                  <a:lnTo>
                    <a:pt x="54" y="52"/>
                  </a:lnTo>
                  <a:lnTo>
                    <a:pt x="16" y="52"/>
                  </a:lnTo>
                  <a:lnTo>
                    <a:pt x="16" y="80"/>
                  </a:lnTo>
                  <a:lnTo>
                    <a:pt x="66" y="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28" name="Freeform 53"/>
            <p:cNvSpPr>
              <a:spLocks/>
            </p:cNvSpPr>
            <p:nvPr userDrawn="1"/>
          </p:nvSpPr>
          <p:spPr bwMode="auto">
            <a:xfrm>
              <a:off x="3619625" y="2588936"/>
              <a:ext cx="102508" cy="112044"/>
            </a:xfrm>
            <a:custGeom>
              <a:avLst/>
              <a:gdLst>
                <a:gd name="T0" fmla="*/ 43 w 43"/>
                <a:gd name="T1" fmla="*/ 0 h 47"/>
                <a:gd name="T2" fmla="*/ 25 w 43"/>
                <a:gd name="T3" fmla="*/ 25 h 47"/>
                <a:gd name="T4" fmla="*/ 25 w 43"/>
                <a:gd name="T5" fmla="*/ 47 h 47"/>
                <a:gd name="T6" fmla="*/ 18 w 43"/>
                <a:gd name="T7" fmla="*/ 47 h 47"/>
                <a:gd name="T8" fmla="*/ 18 w 43"/>
                <a:gd name="T9" fmla="*/ 25 h 47"/>
                <a:gd name="T10" fmla="*/ 0 w 43"/>
                <a:gd name="T11" fmla="*/ 0 h 47"/>
                <a:gd name="T12" fmla="*/ 8 w 43"/>
                <a:gd name="T13" fmla="*/ 0 h 47"/>
                <a:gd name="T14" fmla="*/ 19 w 43"/>
                <a:gd name="T15" fmla="*/ 14 h 47"/>
                <a:gd name="T16" fmla="*/ 21 w 43"/>
                <a:gd name="T17" fmla="*/ 18 h 47"/>
                <a:gd name="T18" fmla="*/ 22 w 43"/>
                <a:gd name="T19" fmla="*/ 18 h 47"/>
                <a:gd name="T20" fmla="*/ 24 w 43"/>
                <a:gd name="T21" fmla="*/ 14 h 47"/>
                <a:gd name="T22" fmla="*/ 35 w 43"/>
                <a:gd name="T23" fmla="*/ 0 h 47"/>
                <a:gd name="T24" fmla="*/ 43 w 43"/>
                <a:gd name="T2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7">
                  <a:moveTo>
                    <a:pt x="43" y="0"/>
                  </a:moveTo>
                  <a:cubicBezTo>
                    <a:pt x="25" y="25"/>
                    <a:pt x="25" y="25"/>
                    <a:pt x="25" y="25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0" y="16"/>
                    <a:pt x="21" y="18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3" y="16"/>
                    <a:pt x="24" y="14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29" name="Freeform 54"/>
            <p:cNvSpPr>
              <a:spLocks noEditPoints="1"/>
            </p:cNvSpPr>
            <p:nvPr userDrawn="1"/>
          </p:nvSpPr>
          <p:spPr bwMode="auto">
            <a:xfrm>
              <a:off x="3726901" y="2586552"/>
              <a:ext cx="114428" cy="116812"/>
            </a:xfrm>
            <a:custGeom>
              <a:avLst/>
              <a:gdLst>
                <a:gd name="T0" fmla="*/ 24 w 48"/>
                <a:gd name="T1" fmla="*/ 0 h 49"/>
                <a:gd name="T2" fmla="*/ 48 w 48"/>
                <a:gd name="T3" fmla="*/ 24 h 49"/>
                <a:gd name="T4" fmla="*/ 24 w 48"/>
                <a:gd name="T5" fmla="*/ 49 h 49"/>
                <a:gd name="T6" fmla="*/ 0 w 48"/>
                <a:gd name="T7" fmla="*/ 24 h 49"/>
                <a:gd name="T8" fmla="*/ 24 w 48"/>
                <a:gd name="T9" fmla="*/ 0 h 49"/>
                <a:gd name="T10" fmla="*/ 24 w 48"/>
                <a:gd name="T11" fmla="*/ 41 h 49"/>
                <a:gd name="T12" fmla="*/ 41 w 48"/>
                <a:gd name="T13" fmla="*/ 24 h 49"/>
                <a:gd name="T14" fmla="*/ 24 w 48"/>
                <a:gd name="T15" fmla="*/ 7 h 49"/>
                <a:gd name="T16" fmla="*/ 7 w 48"/>
                <a:gd name="T17" fmla="*/ 24 h 49"/>
                <a:gd name="T18" fmla="*/ 24 w 48"/>
                <a:gd name="T19" fmla="*/ 4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9">
                  <a:moveTo>
                    <a:pt x="24" y="0"/>
                  </a:moveTo>
                  <a:cubicBezTo>
                    <a:pt x="37" y="0"/>
                    <a:pt x="48" y="10"/>
                    <a:pt x="48" y="24"/>
                  </a:cubicBezTo>
                  <a:cubicBezTo>
                    <a:pt x="48" y="39"/>
                    <a:pt x="37" y="49"/>
                    <a:pt x="24" y="49"/>
                  </a:cubicBezTo>
                  <a:cubicBezTo>
                    <a:pt x="11" y="49"/>
                    <a:pt x="0" y="39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moveTo>
                    <a:pt x="24" y="41"/>
                  </a:moveTo>
                  <a:cubicBezTo>
                    <a:pt x="34" y="41"/>
                    <a:pt x="41" y="35"/>
                    <a:pt x="41" y="24"/>
                  </a:cubicBezTo>
                  <a:cubicBezTo>
                    <a:pt x="41" y="14"/>
                    <a:pt x="34" y="7"/>
                    <a:pt x="24" y="7"/>
                  </a:cubicBezTo>
                  <a:cubicBezTo>
                    <a:pt x="14" y="7"/>
                    <a:pt x="7" y="14"/>
                    <a:pt x="7" y="24"/>
                  </a:cubicBezTo>
                  <a:cubicBezTo>
                    <a:pt x="7" y="35"/>
                    <a:pt x="14" y="41"/>
                    <a:pt x="24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0" name="Freeform 55"/>
            <p:cNvSpPr>
              <a:spLocks/>
            </p:cNvSpPr>
            <p:nvPr userDrawn="1"/>
          </p:nvSpPr>
          <p:spPr bwMode="auto">
            <a:xfrm>
              <a:off x="3867553" y="2588936"/>
              <a:ext cx="92973" cy="112044"/>
            </a:xfrm>
            <a:custGeom>
              <a:avLst/>
              <a:gdLst>
                <a:gd name="T0" fmla="*/ 39 w 39"/>
                <a:gd name="T1" fmla="*/ 0 h 47"/>
                <a:gd name="T2" fmla="*/ 39 w 39"/>
                <a:gd name="T3" fmla="*/ 47 h 47"/>
                <a:gd name="T4" fmla="*/ 32 w 39"/>
                <a:gd name="T5" fmla="*/ 47 h 47"/>
                <a:gd name="T6" fmla="*/ 15 w 39"/>
                <a:gd name="T7" fmla="*/ 24 h 47"/>
                <a:gd name="T8" fmla="*/ 7 w 39"/>
                <a:gd name="T9" fmla="*/ 12 h 47"/>
                <a:gd name="T10" fmla="*/ 7 w 39"/>
                <a:gd name="T11" fmla="*/ 12 h 47"/>
                <a:gd name="T12" fmla="*/ 7 w 39"/>
                <a:gd name="T13" fmla="*/ 27 h 47"/>
                <a:gd name="T14" fmla="*/ 7 w 39"/>
                <a:gd name="T15" fmla="*/ 47 h 47"/>
                <a:gd name="T16" fmla="*/ 0 w 39"/>
                <a:gd name="T17" fmla="*/ 47 h 47"/>
                <a:gd name="T18" fmla="*/ 0 w 39"/>
                <a:gd name="T19" fmla="*/ 0 h 47"/>
                <a:gd name="T20" fmla="*/ 7 w 39"/>
                <a:gd name="T21" fmla="*/ 0 h 47"/>
                <a:gd name="T22" fmla="*/ 24 w 39"/>
                <a:gd name="T23" fmla="*/ 23 h 47"/>
                <a:gd name="T24" fmla="*/ 32 w 39"/>
                <a:gd name="T25" fmla="*/ 34 h 47"/>
                <a:gd name="T26" fmla="*/ 32 w 39"/>
                <a:gd name="T27" fmla="*/ 34 h 47"/>
                <a:gd name="T28" fmla="*/ 32 w 39"/>
                <a:gd name="T29" fmla="*/ 20 h 47"/>
                <a:gd name="T30" fmla="*/ 32 w 39"/>
                <a:gd name="T31" fmla="*/ 0 h 47"/>
                <a:gd name="T32" fmla="*/ 39 w 39"/>
                <a:gd name="T3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47">
                  <a:moveTo>
                    <a:pt x="39" y="0"/>
                  </a:moveTo>
                  <a:cubicBezTo>
                    <a:pt x="39" y="47"/>
                    <a:pt x="39" y="47"/>
                    <a:pt x="39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1" y="18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9"/>
                    <a:pt x="7" y="2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7" y="28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27"/>
                    <a:pt x="32" y="2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1" name="Freeform 56"/>
            <p:cNvSpPr>
              <a:spLocks noEditPoints="1"/>
            </p:cNvSpPr>
            <p:nvPr userDrawn="1"/>
          </p:nvSpPr>
          <p:spPr bwMode="auto">
            <a:xfrm>
              <a:off x="3996284" y="2588936"/>
              <a:ext cx="104892" cy="112044"/>
            </a:xfrm>
            <a:custGeom>
              <a:avLst/>
              <a:gdLst>
                <a:gd name="T0" fmla="*/ 20 w 44"/>
                <a:gd name="T1" fmla="*/ 0 h 47"/>
                <a:gd name="T2" fmla="*/ 44 w 44"/>
                <a:gd name="T3" fmla="*/ 24 h 47"/>
                <a:gd name="T4" fmla="*/ 20 w 44"/>
                <a:gd name="T5" fmla="*/ 47 h 47"/>
                <a:gd name="T6" fmla="*/ 0 w 44"/>
                <a:gd name="T7" fmla="*/ 47 h 47"/>
                <a:gd name="T8" fmla="*/ 0 w 44"/>
                <a:gd name="T9" fmla="*/ 0 h 47"/>
                <a:gd name="T10" fmla="*/ 20 w 44"/>
                <a:gd name="T11" fmla="*/ 0 h 47"/>
                <a:gd name="T12" fmla="*/ 20 w 44"/>
                <a:gd name="T13" fmla="*/ 40 h 47"/>
                <a:gd name="T14" fmla="*/ 36 w 44"/>
                <a:gd name="T15" fmla="*/ 24 h 47"/>
                <a:gd name="T16" fmla="*/ 20 w 44"/>
                <a:gd name="T17" fmla="*/ 7 h 47"/>
                <a:gd name="T18" fmla="*/ 7 w 44"/>
                <a:gd name="T19" fmla="*/ 7 h 47"/>
                <a:gd name="T20" fmla="*/ 7 w 44"/>
                <a:gd name="T21" fmla="*/ 40 h 47"/>
                <a:gd name="T22" fmla="*/ 20 w 44"/>
                <a:gd name="T23" fmla="*/ 4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47">
                  <a:moveTo>
                    <a:pt x="20" y="0"/>
                  </a:moveTo>
                  <a:cubicBezTo>
                    <a:pt x="33" y="0"/>
                    <a:pt x="44" y="10"/>
                    <a:pt x="44" y="24"/>
                  </a:cubicBezTo>
                  <a:cubicBezTo>
                    <a:pt x="44" y="38"/>
                    <a:pt x="33" y="47"/>
                    <a:pt x="2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0" y="0"/>
                  </a:lnTo>
                  <a:close/>
                  <a:moveTo>
                    <a:pt x="20" y="40"/>
                  </a:moveTo>
                  <a:cubicBezTo>
                    <a:pt x="29" y="40"/>
                    <a:pt x="36" y="34"/>
                    <a:pt x="36" y="24"/>
                  </a:cubicBezTo>
                  <a:cubicBezTo>
                    <a:pt x="36" y="13"/>
                    <a:pt x="29" y="7"/>
                    <a:pt x="20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0"/>
                    <a:pt x="7" y="40"/>
                    <a:pt x="7" y="40"/>
                  </a:cubicBezTo>
                  <a:lnTo>
                    <a:pt x="20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2" name="Freeform 57"/>
            <p:cNvSpPr>
              <a:spLocks/>
            </p:cNvSpPr>
            <p:nvPr userDrawn="1"/>
          </p:nvSpPr>
          <p:spPr bwMode="auto">
            <a:xfrm>
              <a:off x="4163158" y="2588936"/>
              <a:ext cx="88205" cy="112044"/>
            </a:xfrm>
            <a:custGeom>
              <a:avLst/>
              <a:gdLst>
                <a:gd name="T0" fmla="*/ 74 w 74"/>
                <a:gd name="T1" fmla="*/ 0 h 94"/>
                <a:gd name="T2" fmla="*/ 74 w 74"/>
                <a:gd name="T3" fmla="*/ 14 h 94"/>
                <a:gd name="T4" fmla="*/ 44 w 74"/>
                <a:gd name="T5" fmla="*/ 14 h 94"/>
                <a:gd name="T6" fmla="*/ 44 w 74"/>
                <a:gd name="T7" fmla="*/ 94 h 94"/>
                <a:gd name="T8" fmla="*/ 30 w 74"/>
                <a:gd name="T9" fmla="*/ 94 h 94"/>
                <a:gd name="T10" fmla="*/ 30 w 74"/>
                <a:gd name="T11" fmla="*/ 14 h 94"/>
                <a:gd name="T12" fmla="*/ 0 w 74"/>
                <a:gd name="T13" fmla="*/ 14 h 94"/>
                <a:gd name="T14" fmla="*/ 0 w 74"/>
                <a:gd name="T15" fmla="*/ 0 h 94"/>
                <a:gd name="T16" fmla="*/ 74 w 74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" h="94">
                  <a:moveTo>
                    <a:pt x="74" y="0"/>
                  </a:moveTo>
                  <a:lnTo>
                    <a:pt x="74" y="14"/>
                  </a:lnTo>
                  <a:lnTo>
                    <a:pt x="44" y="14"/>
                  </a:lnTo>
                  <a:lnTo>
                    <a:pt x="44" y="94"/>
                  </a:lnTo>
                  <a:lnTo>
                    <a:pt x="30" y="94"/>
                  </a:lnTo>
                  <a:lnTo>
                    <a:pt x="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3" name="Freeform 58"/>
            <p:cNvSpPr>
              <a:spLocks/>
            </p:cNvSpPr>
            <p:nvPr userDrawn="1"/>
          </p:nvSpPr>
          <p:spPr bwMode="auto">
            <a:xfrm>
              <a:off x="4275203" y="2588936"/>
              <a:ext cx="90589" cy="112044"/>
            </a:xfrm>
            <a:custGeom>
              <a:avLst/>
              <a:gdLst>
                <a:gd name="T0" fmla="*/ 76 w 76"/>
                <a:gd name="T1" fmla="*/ 0 h 94"/>
                <a:gd name="T2" fmla="*/ 76 w 76"/>
                <a:gd name="T3" fmla="*/ 94 h 94"/>
                <a:gd name="T4" fmla="*/ 60 w 76"/>
                <a:gd name="T5" fmla="*/ 94 h 94"/>
                <a:gd name="T6" fmla="*/ 60 w 76"/>
                <a:gd name="T7" fmla="*/ 52 h 94"/>
                <a:gd name="T8" fmla="*/ 16 w 76"/>
                <a:gd name="T9" fmla="*/ 52 h 94"/>
                <a:gd name="T10" fmla="*/ 16 w 76"/>
                <a:gd name="T11" fmla="*/ 94 h 94"/>
                <a:gd name="T12" fmla="*/ 0 w 76"/>
                <a:gd name="T13" fmla="*/ 94 h 94"/>
                <a:gd name="T14" fmla="*/ 0 w 76"/>
                <a:gd name="T15" fmla="*/ 0 h 94"/>
                <a:gd name="T16" fmla="*/ 16 w 76"/>
                <a:gd name="T17" fmla="*/ 0 h 94"/>
                <a:gd name="T18" fmla="*/ 16 w 76"/>
                <a:gd name="T19" fmla="*/ 38 h 94"/>
                <a:gd name="T20" fmla="*/ 60 w 76"/>
                <a:gd name="T21" fmla="*/ 38 h 94"/>
                <a:gd name="T22" fmla="*/ 60 w 76"/>
                <a:gd name="T23" fmla="*/ 0 h 94"/>
                <a:gd name="T24" fmla="*/ 76 w 7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6" h="94">
                  <a:moveTo>
                    <a:pt x="76" y="0"/>
                  </a:moveTo>
                  <a:lnTo>
                    <a:pt x="76" y="94"/>
                  </a:lnTo>
                  <a:lnTo>
                    <a:pt x="60" y="94"/>
                  </a:lnTo>
                  <a:lnTo>
                    <a:pt x="60" y="52"/>
                  </a:lnTo>
                  <a:lnTo>
                    <a:pt x="16" y="52"/>
                  </a:lnTo>
                  <a:lnTo>
                    <a:pt x="16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38"/>
                  </a:lnTo>
                  <a:lnTo>
                    <a:pt x="60" y="38"/>
                  </a:lnTo>
                  <a:lnTo>
                    <a:pt x="6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4" name="Freeform 59"/>
            <p:cNvSpPr>
              <a:spLocks/>
            </p:cNvSpPr>
            <p:nvPr userDrawn="1"/>
          </p:nvSpPr>
          <p:spPr bwMode="auto">
            <a:xfrm>
              <a:off x="4399166" y="2588936"/>
              <a:ext cx="78669" cy="112044"/>
            </a:xfrm>
            <a:custGeom>
              <a:avLst/>
              <a:gdLst>
                <a:gd name="T0" fmla="*/ 66 w 66"/>
                <a:gd name="T1" fmla="*/ 80 h 94"/>
                <a:gd name="T2" fmla="*/ 66 w 66"/>
                <a:gd name="T3" fmla="*/ 94 h 94"/>
                <a:gd name="T4" fmla="*/ 0 w 66"/>
                <a:gd name="T5" fmla="*/ 94 h 94"/>
                <a:gd name="T6" fmla="*/ 0 w 66"/>
                <a:gd name="T7" fmla="*/ 0 h 94"/>
                <a:gd name="T8" fmla="*/ 64 w 66"/>
                <a:gd name="T9" fmla="*/ 0 h 94"/>
                <a:gd name="T10" fmla="*/ 64 w 66"/>
                <a:gd name="T11" fmla="*/ 14 h 94"/>
                <a:gd name="T12" fmla="*/ 16 w 66"/>
                <a:gd name="T13" fmla="*/ 14 h 94"/>
                <a:gd name="T14" fmla="*/ 16 w 66"/>
                <a:gd name="T15" fmla="*/ 38 h 94"/>
                <a:gd name="T16" fmla="*/ 54 w 66"/>
                <a:gd name="T17" fmla="*/ 38 h 94"/>
                <a:gd name="T18" fmla="*/ 54 w 66"/>
                <a:gd name="T19" fmla="*/ 52 h 94"/>
                <a:gd name="T20" fmla="*/ 16 w 66"/>
                <a:gd name="T21" fmla="*/ 52 h 94"/>
                <a:gd name="T22" fmla="*/ 16 w 66"/>
                <a:gd name="T23" fmla="*/ 80 h 94"/>
                <a:gd name="T24" fmla="*/ 66 w 66"/>
                <a:gd name="T25" fmla="*/ 8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94">
                  <a:moveTo>
                    <a:pt x="66" y="80"/>
                  </a:moveTo>
                  <a:lnTo>
                    <a:pt x="66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6" y="14"/>
                  </a:lnTo>
                  <a:lnTo>
                    <a:pt x="16" y="38"/>
                  </a:lnTo>
                  <a:lnTo>
                    <a:pt x="54" y="38"/>
                  </a:lnTo>
                  <a:lnTo>
                    <a:pt x="54" y="52"/>
                  </a:lnTo>
                  <a:lnTo>
                    <a:pt x="16" y="52"/>
                  </a:lnTo>
                  <a:lnTo>
                    <a:pt x="16" y="80"/>
                  </a:lnTo>
                  <a:lnTo>
                    <a:pt x="66" y="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5" name="Freeform 60"/>
            <p:cNvSpPr>
              <a:spLocks/>
            </p:cNvSpPr>
            <p:nvPr userDrawn="1"/>
          </p:nvSpPr>
          <p:spPr bwMode="auto">
            <a:xfrm>
              <a:off x="4546969" y="2586552"/>
              <a:ext cx="109660" cy="116812"/>
            </a:xfrm>
            <a:custGeom>
              <a:avLst/>
              <a:gdLst>
                <a:gd name="T0" fmla="*/ 38 w 46"/>
                <a:gd name="T1" fmla="*/ 14 h 49"/>
                <a:gd name="T2" fmla="*/ 24 w 46"/>
                <a:gd name="T3" fmla="*/ 7 h 49"/>
                <a:gd name="T4" fmla="*/ 7 w 46"/>
                <a:gd name="T5" fmla="*/ 24 h 49"/>
                <a:gd name="T6" fmla="*/ 24 w 46"/>
                <a:gd name="T7" fmla="*/ 41 h 49"/>
                <a:gd name="T8" fmla="*/ 39 w 46"/>
                <a:gd name="T9" fmla="*/ 33 h 49"/>
                <a:gd name="T10" fmla="*/ 46 w 46"/>
                <a:gd name="T11" fmla="*/ 35 h 49"/>
                <a:gd name="T12" fmla="*/ 24 w 46"/>
                <a:gd name="T13" fmla="*/ 49 h 49"/>
                <a:gd name="T14" fmla="*/ 0 w 46"/>
                <a:gd name="T15" fmla="*/ 24 h 49"/>
                <a:gd name="T16" fmla="*/ 24 w 46"/>
                <a:gd name="T17" fmla="*/ 0 h 49"/>
                <a:gd name="T18" fmla="*/ 45 w 46"/>
                <a:gd name="T19" fmla="*/ 12 h 49"/>
                <a:gd name="T20" fmla="*/ 38 w 46"/>
                <a:gd name="T21" fmla="*/ 1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49">
                  <a:moveTo>
                    <a:pt x="38" y="14"/>
                  </a:moveTo>
                  <a:cubicBezTo>
                    <a:pt x="35" y="10"/>
                    <a:pt x="30" y="7"/>
                    <a:pt x="24" y="7"/>
                  </a:cubicBezTo>
                  <a:cubicBezTo>
                    <a:pt x="14" y="7"/>
                    <a:pt x="7" y="14"/>
                    <a:pt x="7" y="24"/>
                  </a:cubicBezTo>
                  <a:cubicBezTo>
                    <a:pt x="7" y="35"/>
                    <a:pt x="15" y="41"/>
                    <a:pt x="24" y="41"/>
                  </a:cubicBezTo>
                  <a:cubicBezTo>
                    <a:pt x="30" y="41"/>
                    <a:pt x="36" y="38"/>
                    <a:pt x="39" y="33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2" y="43"/>
                    <a:pt x="34" y="49"/>
                    <a:pt x="24" y="49"/>
                  </a:cubicBezTo>
                  <a:cubicBezTo>
                    <a:pt x="11" y="49"/>
                    <a:pt x="0" y="39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3" y="0"/>
                    <a:pt x="41" y="5"/>
                    <a:pt x="45" y="12"/>
                  </a:cubicBezTo>
                  <a:lnTo>
                    <a:pt x="38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6" name="Freeform 61"/>
            <p:cNvSpPr>
              <a:spLocks noEditPoints="1"/>
            </p:cNvSpPr>
            <p:nvPr userDrawn="1"/>
          </p:nvSpPr>
          <p:spPr bwMode="auto">
            <a:xfrm>
              <a:off x="4673317" y="2586552"/>
              <a:ext cx="116812" cy="116812"/>
            </a:xfrm>
            <a:custGeom>
              <a:avLst/>
              <a:gdLst>
                <a:gd name="T0" fmla="*/ 24 w 49"/>
                <a:gd name="T1" fmla="*/ 0 h 49"/>
                <a:gd name="T2" fmla="*/ 49 w 49"/>
                <a:gd name="T3" fmla="*/ 24 h 49"/>
                <a:gd name="T4" fmla="*/ 24 w 49"/>
                <a:gd name="T5" fmla="*/ 49 h 49"/>
                <a:gd name="T6" fmla="*/ 0 w 49"/>
                <a:gd name="T7" fmla="*/ 24 h 49"/>
                <a:gd name="T8" fmla="*/ 24 w 49"/>
                <a:gd name="T9" fmla="*/ 0 h 49"/>
                <a:gd name="T10" fmla="*/ 24 w 49"/>
                <a:gd name="T11" fmla="*/ 41 h 49"/>
                <a:gd name="T12" fmla="*/ 41 w 49"/>
                <a:gd name="T13" fmla="*/ 24 h 49"/>
                <a:gd name="T14" fmla="*/ 24 w 49"/>
                <a:gd name="T15" fmla="*/ 7 h 49"/>
                <a:gd name="T16" fmla="*/ 8 w 49"/>
                <a:gd name="T17" fmla="*/ 24 h 49"/>
                <a:gd name="T18" fmla="*/ 24 w 49"/>
                <a:gd name="T19" fmla="*/ 4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cubicBezTo>
                    <a:pt x="38" y="0"/>
                    <a:pt x="49" y="10"/>
                    <a:pt x="49" y="24"/>
                  </a:cubicBezTo>
                  <a:cubicBezTo>
                    <a:pt x="49" y="39"/>
                    <a:pt x="38" y="49"/>
                    <a:pt x="24" y="49"/>
                  </a:cubicBezTo>
                  <a:cubicBezTo>
                    <a:pt x="11" y="49"/>
                    <a:pt x="0" y="39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moveTo>
                    <a:pt x="24" y="41"/>
                  </a:moveTo>
                  <a:cubicBezTo>
                    <a:pt x="34" y="41"/>
                    <a:pt x="41" y="35"/>
                    <a:pt x="41" y="24"/>
                  </a:cubicBezTo>
                  <a:cubicBezTo>
                    <a:pt x="41" y="14"/>
                    <a:pt x="34" y="7"/>
                    <a:pt x="24" y="7"/>
                  </a:cubicBezTo>
                  <a:cubicBezTo>
                    <a:pt x="15" y="7"/>
                    <a:pt x="8" y="14"/>
                    <a:pt x="8" y="24"/>
                  </a:cubicBezTo>
                  <a:cubicBezTo>
                    <a:pt x="8" y="35"/>
                    <a:pt x="15" y="41"/>
                    <a:pt x="24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7" name="Freeform 62"/>
            <p:cNvSpPr>
              <a:spLocks/>
            </p:cNvSpPr>
            <p:nvPr userDrawn="1"/>
          </p:nvSpPr>
          <p:spPr bwMode="auto">
            <a:xfrm>
              <a:off x="4813968" y="2588936"/>
              <a:ext cx="95357" cy="112044"/>
            </a:xfrm>
            <a:custGeom>
              <a:avLst/>
              <a:gdLst>
                <a:gd name="T0" fmla="*/ 40 w 40"/>
                <a:gd name="T1" fmla="*/ 0 h 47"/>
                <a:gd name="T2" fmla="*/ 40 w 40"/>
                <a:gd name="T3" fmla="*/ 47 h 47"/>
                <a:gd name="T4" fmla="*/ 33 w 40"/>
                <a:gd name="T5" fmla="*/ 47 h 47"/>
                <a:gd name="T6" fmla="*/ 16 w 40"/>
                <a:gd name="T7" fmla="*/ 24 h 47"/>
                <a:gd name="T8" fmla="*/ 8 w 40"/>
                <a:gd name="T9" fmla="*/ 12 h 47"/>
                <a:gd name="T10" fmla="*/ 7 w 40"/>
                <a:gd name="T11" fmla="*/ 12 h 47"/>
                <a:gd name="T12" fmla="*/ 8 w 40"/>
                <a:gd name="T13" fmla="*/ 27 h 47"/>
                <a:gd name="T14" fmla="*/ 8 w 40"/>
                <a:gd name="T15" fmla="*/ 47 h 47"/>
                <a:gd name="T16" fmla="*/ 0 w 40"/>
                <a:gd name="T17" fmla="*/ 47 h 47"/>
                <a:gd name="T18" fmla="*/ 0 w 40"/>
                <a:gd name="T19" fmla="*/ 0 h 47"/>
                <a:gd name="T20" fmla="*/ 7 w 40"/>
                <a:gd name="T21" fmla="*/ 0 h 47"/>
                <a:gd name="T22" fmla="*/ 24 w 40"/>
                <a:gd name="T23" fmla="*/ 23 h 47"/>
                <a:gd name="T24" fmla="*/ 32 w 40"/>
                <a:gd name="T25" fmla="*/ 34 h 47"/>
                <a:gd name="T26" fmla="*/ 32 w 40"/>
                <a:gd name="T27" fmla="*/ 34 h 47"/>
                <a:gd name="T28" fmla="*/ 32 w 40"/>
                <a:gd name="T29" fmla="*/ 20 h 47"/>
                <a:gd name="T30" fmla="*/ 32 w 40"/>
                <a:gd name="T31" fmla="*/ 0 h 47"/>
                <a:gd name="T32" fmla="*/ 40 w 40"/>
                <a:gd name="T3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" h="47">
                  <a:moveTo>
                    <a:pt x="40" y="0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2" y="18"/>
                    <a:pt x="8" y="12"/>
                    <a:pt x="8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8" y="19"/>
                    <a:pt x="8" y="2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8" y="28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27"/>
                    <a:pt x="32" y="2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8" name="Freeform 63"/>
            <p:cNvSpPr>
              <a:spLocks/>
            </p:cNvSpPr>
            <p:nvPr userDrawn="1"/>
          </p:nvSpPr>
          <p:spPr bwMode="auto">
            <a:xfrm>
              <a:off x="4930780" y="2588936"/>
              <a:ext cx="90589" cy="112044"/>
            </a:xfrm>
            <a:custGeom>
              <a:avLst/>
              <a:gdLst>
                <a:gd name="T0" fmla="*/ 76 w 76"/>
                <a:gd name="T1" fmla="*/ 0 h 94"/>
                <a:gd name="T2" fmla="*/ 76 w 76"/>
                <a:gd name="T3" fmla="*/ 14 h 94"/>
                <a:gd name="T4" fmla="*/ 46 w 76"/>
                <a:gd name="T5" fmla="*/ 14 h 94"/>
                <a:gd name="T6" fmla="*/ 46 w 76"/>
                <a:gd name="T7" fmla="*/ 94 h 94"/>
                <a:gd name="T8" fmla="*/ 32 w 76"/>
                <a:gd name="T9" fmla="*/ 94 h 94"/>
                <a:gd name="T10" fmla="*/ 32 w 76"/>
                <a:gd name="T11" fmla="*/ 14 h 94"/>
                <a:gd name="T12" fmla="*/ 0 w 76"/>
                <a:gd name="T13" fmla="*/ 14 h 94"/>
                <a:gd name="T14" fmla="*/ 0 w 76"/>
                <a:gd name="T15" fmla="*/ 0 h 94"/>
                <a:gd name="T16" fmla="*/ 76 w 76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4">
                  <a:moveTo>
                    <a:pt x="76" y="0"/>
                  </a:moveTo>
                  <a:lnTo>
                    <a:pt x="76" y="14"/>
                  </a:lnTo>
                  <a:lnTo>
                    <a:pt x="46" y="14"/>
                  </a:lnTo>
                  <a:lnTo>
                    <a:pt x="46" y="94"/>
                  </a:lnTo>
                  <a:lnTo>
                    <a:pt x="32" y="94"/>
                  </a:lnTo>
                  <a:lnTo>
                    <a:pt x="32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39" name="Freeform 64"/>
            <p:cNvSpPr>
              <a:spLocks noEditPoints="1"/>
            </p:cNvSpPr>
            <p:nvPr userDrawn="1"/>
          </p:nvSpPr>
          <p:spPr bwMode="auto">
            <a:xfrm>
              <a:off x="5045208" y="2588936"/>
              <a:ext cx="83437" cy="112044"/>
            </a:xfrm>
            <a:custGeom>
              <a:avLst/>
              <a:gdLst>
                <a:gd name="T0" fmla="*/ 26 w 35"/>
                <a:gd name="T1" fmla="*/ 47 h 47"/>
                <a:gd name="T2" fmla="*/ 17 w 35"/>
                <a:gd name="T3" fmla="*/ 30 h 47"/>
                <a:gd name="T4" fmla="*/ 15 w 35"/>
                <a:gd name="T5" fmla="*/ 30 h 47"/>
                <a:gd name="T6" fmla="*/ 7 w 35"/>
                <a:gd name="T7" fmla="*/ 30 h 47"/>
                <a:gd name="T8" fmla="*/ 7 w 35"/>
                <a:gd name="T9" fmla="*/ 47 h 47"/>
                <a:gd name="T10" fmla="*/ 0 w 35"/>
                <a:gd name="T11" fmla="*/ 47 h 47"/>
                <a:gd name="T12" fmla="*/ 0 w 35"/>
                <a:gd name="T13" fmla="*/ 0 h 47"/>
                <a:gd name="T14" fmla="*/ 15 w 35"/>
                <a:gd name="T15" fmla="*/ 0 h 47"/>
                <a:gd name="T16" fmla="*/ 33 w 35"/>
                <a:gd name="T17" fmla="*/ 15 h 47"/>
                <a:gd name="T18" fmla="*/ 24 w 35"/>
                <a:gd name="T19" fmla="*/ 29 h 47"/>
                <a:gd name="T20" fmla="*/ 35 w 35"/>
                <a:gd name="T21" fmla="*/ 47 h 47"/>
                <a:gd name="T22" fmla="*/ 26 w 35"/>
                <a:gd name="T23" fmla="*/ 47 h 47"/>
                <a:gd name="T24" fmla="*/ 16 w 35"/>
                <a:gd name="T25" fmla="*/ 24 h 47"/>
                <a:gd name="T26" fmla="*/ 25 w 35"/>
                <a:gd name="T27" fmla="*/ 15 h 47"/>
                <a:gd name="T28" fmla="*/ 16 w 35"/>
                <a:gd name="T29" fmla="*/ 7 h 47"/>
                <a:gd name="T30" fmla="*/ 7 w 35"/>
                <a:gd name="T31" fmla="*/ 7 h 47"/>
                <a:gd name="T32" fmla="*/ 7 w 35"/>
                <a:gd name="T33" fmla="*/ 24 h 47"/>
                <a:gd name="T34" fmla="*/ 16 w 35"/>
                <a:gd name="T35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47">
                  <a:moveTo>
                    <a:pt x="26" y="47"/>
                  </a:moveTo>
                  <a:cubicBezTo>
                    <a:pt x="17" y="30"/>
                    <a:pt x="17" y="30"/>
                    <a:pt x="17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6" y="0"/>
                    <a:pt x="33" y="6"/>
                    <a:pt x="33" y="15"/>
                  </a:cubicBezTo>
                  <a:cubicBezTo>
                    <a:pt x="33" y="22"/>
                    <a:pt x="30" y="26"/>
                    <a:pt x="24" y="29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26" y="47"/>
                  </a:lnTo>
                  <a:close/>
                  <a:moveTo>
                    <a:pt x="16" y="24"/>
                  </a:moveTo>
                  <a:cubicBezTo>
                    <a:pt x="22" y="24"/>
                    <a:pt x="25" y="20"/>
                    <a:pt x="25" y="15"/>
                  </a:cubicBezTo>
                  <a:cubicBezTo>
                    <a:pt x="25" y="10"/>
                    <a:pt x="22" y="7"/>
                    <a:pt x="16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4"/>
                    <a:pt x="7" y="24"/>
                    <a:pt x="7" y="24"/>
                  </a:cubicBezTo>
                  <a:lnTo>
                    <a:pt x="16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0" name="Freeform 65"/>
            <p:cNvSpPr>
              <a:spLocks noEditPoints="1"/>
            </p:cNvSpPr>
            <p:nvPr userDrawn="1"/>
          </p:nvSpPr>
          <p:spPr bwMode="auto">
            <a:xfrm>
              <a:off x="5142949" y="2588936"/>
              <a:ext cx="109660" cy="112044"/>
            </a:xfrm>
            <a:custGeom>
              <a:avLst/>
              <a:gdLst>
                <a:gd name="T0" fmla="*/ 34 w 46"/>
                <a:gd name="T1" fmla="*/ 36 h 47"/>
                <a:gd name="T2" fmla="*/ 12 w 46"/>
                <a:gd name="T3" fmla="*/ 36 h 47"/>
                <a:gd name="T4" fmla="*/ 8 w 46"/>
                <a:gd name="T5" fmla="*/ 47 h 47"/>
                <a:gd name="T6" fmla="*/ 0 w 46"/>
                <a:gd name="T7" fmla="*/ 47 h 47"/>
                <a:gd name="T8" fmla="*/ 20 w 46"/>
                <a:gd name="T9" fmla="*/ 0 h 47"/>
                <a:gd name="T10" fmla="*/ 26 w 46"/>
                <a:gd name="T11" fmla="*/ 0 h 47"/>
                <a:gd name="T12" fmla="*/ 46 w 46"/>
                <a:gd name="T13" fmla="*/ 47 h 47"/>
                <a:gd name="T14" fmla="*/ 38 w 46"/>
                <a:gd name="T15" fmla="*/ 47 h 47"/>
                <a:gd name="T16" fmla="*/ 34 w 46"/>
                <a:gd name="T17" fmla="*/ 36 h 47"/>
                <a:gd name="T18" fmla="*/ 31 w 46"/>
                <a:gd name="T19" fmla="*/ 30 h 47"/>
                <a:gd name="T20" fmla="*/ 25 w 46"/>
                <a:gd name="T21" fmla="*/ 15 h 47"/>
                <a:gd name="T22" fmla="*/ 23 w 46"/>
                <a:gd name="T23" fmla="*/ 9 h 47"/>
                <a:gd name="T24" fmla="*/ 23 w 46"/>
                <a:gd name="T25" fmla="*/ 9 h 47"/>
                <a:gd name="T26" fmla="*/ 21 w 46"/>
                <a:gd name="T27" fmla="*/ 15 h 47"/>
                <a:gd name="T28" fmla="*/ 15 w 46"/>
                <a:gd name="T29" fmla="*/ 30 h 47"/>
                <a:gd name="T30" fmla="*/ 31 w 46"/>
                <a:gd name="T31" fmla="*/ 3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" h="47">
                  <a:moveTo>
                    <a:pt x="34" y="36"/>
                  </a:moveTo>
                  <a:cubicBezTo>
                    <a:pt x="12" y="36"/>
                    <a:pt x="12" y="36"/>
                    <a:pt x="12" y="3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8" y="47"/>
                    <a:pt x="38" y="47"/>
                    <a:pt x="38" y="47"/>
                  </a:cubicBezTo>
                  <a:lnTo>
                    <a:pt x="34" y="36"/>
                  </a:lnTo>
                  <a:close/>
                  <a:moveTo>
                    <a:pt x="31" y="30"/>
                  </a:moveTo>
                  <a:cubicBezTo>
                    <a:pt x="25" y="15"/>
                    <a:pt x="25" y="15"/>
                    <a:pt x="25" y="15"/>
                  </a:cubicBezTo>
                  <a:cubicBezTo>
                    <a:pt x="24" y="13"/>
                    <a:pt x="23" y="9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2" y="13"/>
                    <a:pt x="21" y="15"/>
                  </a:cubicBezTo>
                  <a:cubicBezTo>
                    <a:pt x="15" y="30"/>
                    <a:pt x="15" y="30"/>
                    <a:pt x="15" y="30"/>
                  </a:cubicBezTo>
                  <a:lnTo>
                    <a:pt x="31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1" name="Freeform 66"/>
            <p:cNvSpPr>
              <a:spLocks/>
            </p:cNvSpPr>
            <p:nvPr userDrawn="1"/>
          </p:nvSpPr>
          <p:spPr bwMode="auto">
            <a:xfrm>
              <a:off x="5262145" y="2586552"/>
              <a:ext cx="109660" cy="116812"/>
            </a:xfrm>
            <a:custGeom>
              <a:avLst/>
              <a:gdLst>
                <a:gd name="T0" fmla="*/ 37 w 46"/>
                <a:gd name="T1" fmla="*/ 14 h 49"/>
                <a:gd name="T2" fmla="*/ 24 w 46"/>
                <a:gd name="T3" fmla="*/ 7 h 49"/>
                <a:gd name="T4" fmla="*/ 7 w 46"/>
                <a:gd name="T5" fmla="*/ 24 h 49"/>
                <a:gd name="T6" fmla="*/ 24 w 46"/>
                <a:gd name="T7" fmla="*/ 41 h 49"/>
                <a:gd name="T8" fmla="*/ 38 w 46"/>
                <a:gd name="T9" fmla="*/ 33 h 49"/>
                <a:gd name="T10" fmla="*/ 46 w 46"/>
                <a:gd name="T11" fmla="*/ 35 h 49"/>
                <a:gd name="T12" fmla="*/ 24 w 46"/>
                <a:gd name="T13" fmla="*/ 49 h 49"/>
                <a:gd name="T14" fmla="*/ 0 w 46"/>
                <a:gd name="T15" fmla="*/ 24 h 49"/>
                <a:gd name="T16" fmla="*/ 24 w 46"/>
                <a:gd name="T17" fmla="*/ 0 h 49"/>
                <a:gd name="T18" fmla="*/ 45 w 46"/>
                <a:gd name="T19" fmla="*/ 12 h 49"/>
                <a:gd name="T20" fmla="*/ 37 w 46"/>
                <a:gd name="T21" fmla="*/ 1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49">
                  <a:moveTo>
                    <a:pt x="37" y="14"/>
                  </a:moveTo>
                  <a:cubicBezTo>
                    <a:pt x="35" y="10"/>
                    <a:pt x="29" y="7"/>
                    <a:pt x="24" y="7"/>
                  </a:cubicBezTo>
                  <a:cubicBezTo>
                    <a:pt x="14" y="7"/>
                    <a:pt x="7" y="14"/>
                    <a:pt x="7" y="24"/>
                  </a:cubicBezTo>
                  <a:cubicBezTo>
                    <a:pt x="7" y="35"/>
                    <a:pt x="14" y="41"/>
                    <a:pt x="24" y="41"/>
                  </a:cubicBezTo>
                  <a:cubicBezTo>
                    <a:pt x="30" y="41"/>
                    <a:pt x="36" y="38"/>
                    <a:pt x="38" y="33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2" y="43"/>
                    <a:pt x="33" y="49"/>
                    <a:pt x="24" y="49"/>
                  </a:cubicBezTo>
                  <a:cubicBezTo>
                    <a:pt x="10" y="49"/>
                    <a:pt x="0" y="39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33" y="0"/>
                    <a:pt x="41" y="5"/>
                    <a:pt x="45" y="12"/>
                  </a:cubicBezTo>
                  <a:lnTo>
                    <a:pt x="37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2" name="Freeform 67"/>
            <p:cNvSpPr>
              <a:spLocks/>
            </p:cNvSpPr>
            <p:nvPr userDrawn="1"/>
          </p:nvSpPr>
          <p:spPr bwMode="auto">
            <a:xfrm>
              <a:off x="5383725" y="2588936"/>
              <a:ext cx="90589" cy="112044"/>
            </a:xfrm>
            <a:custGeom>
              <a:avLst/>
              <a:gdLst>
                <a:gd name="T0" fmla="*/ 76 w 76"/>
                <a:gd name="T1" fmla="*/ 0 h 94"/>
                <a:gd name="T2" fmla="*/ 76 w 76"/>
                <a:gd name="T3" fmla="*/ 14 h 94"/>
                <a:gd name="T4" fmla="*/ 46 w 76"/>
                <a:gd name="T5" fmla="*/ 14 h 94"/>
                <a:gd name="T6" fmla="*/ 46 w 76"/>
                <a:gd name="T7" fmla="*/ 94 h 94"/>
                <a:gd name="T8" fmla="*/ 30 w 76"/>
                <a:gd name="T9" fmla="*/ 94 h 94"/>
                <a:gd name="T10" fmla="*/ 30 w 76"/>
                <a:gd name="T11" fmla="*/ 14 h 94"/>
                <a:gd name="T12" fmla="*/ 0 w 76"/>
                <a:gd name="T13" fmla="*/ 14 h 94"/>
                <a:gd name="T14" fmla="*/ 0 w 76"/>
                <a:gd name="T15" fmla="*/ 0 h 94"/>
                <a:gd name="T16" fmla="*/ 76 w 76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4">
                  <a:moveTo>
                    <a:pt x="76" y="0"/>
                  </a:moveTo>
                  <a:lnTo>
                    <a:pt x="76" y="14"/>
                  </a:lnTo>
                  <a:lnTo>
                    <a:pt x="46" y="14"/>
                  </a:lnTo>
                  <a:lnTo>
                    <a:pt x="46" y="94"/>
                  </a:lnTo>
                  <a:lnTo>
                    <a:pt x="30" y="94"/>
                  </a:lnTo>
                  <a:lnTo>
                    <a:pt x="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3" name="Freeform 68"/>
            <p:cNvSpPr>
              <a:spLocks/>
            </p:cNvSpPr>
            <p:nvPr userDrawn="1"/>
          </p:nvSpPr>
          <p:spPr bwMode="auto">
            <a:xfrm>
              <a:off x="4444461" y="2100233"/>
              <a:ext cx="45294" cy="66750"/>
            </a:xfrm>
            <a:custGeom>
              <a:avLst/>
              <a:gdLst>
                <a:gd name="T0" fmla="*/ 17 w 19"/>
                <a:gd name="T1" fmla="*/ 13 h 28"/>
                <a:gd name="T2" fmla="*/ 5 w 19"/>
                <a:gd name="T3" fmla="*/ 9 h 28"/>
                <a:gd name="T4" fmla="*/ 8 w 19"/>
                <a:gd name="T5" fmla="*/ 25 h 28"/>
                <a:gd name="T6" fmla="*/ 13 w 19"/>
                <a:gd name="T7" fmla="*/ 26 h 28"/>
                <a:gd name="T8" fmla="*/ 14 w 19"/>
                <a:gd name="T9" fmla="*/ 21 h 28"/>
                <a:gd name="T10" fmla="*/ 17 w 19"/>
                <a:gd name="T11" fmla="*/ 1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8">
                  <a:moveTo>
                    <a:pt x="17" y="13"/>
                  </a:moveTo>
                  <a:cubicBezTo>
                    <a:pt x="17" y="13"/>
                    <a:pt x="12" y="0"/>
                    <a:pt x="5" y="9"/>
                  </a:cubicBezTo>
                  <a:cubicBezTo>
                    <a:pt x="5" y="9"/>
                    <a:pt x="0" y="13"/>
                    <a:pt x="8" y="25"/>
                  </a:cubicBezTo>
                  <a:cubicBezTo>
                    <a:pt x="8" y="25"/>
                    <a:pt x="10" y="28"/>
                    <a:pt x="13" y="26"/>
                  </a:cubicBezTo>
                  <a:cubicBezTo>
                    <a:pt x="13" y="26"/>
                    <a:pt x="16" y="26"/>
                    <a:pt x="14" y="21"/>
                  </a:cubicBezTo>
                  <a:cubicBezTo>
                    <a:pt x="14" y="21"/>
                    <a:pt x="19" y="21"/>
                    <a:pt x="17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4" name="Freeform 69"/>
            <p:cNvSpPr>
              <a:spLocks/>
            </p:cNvSpPr>
            <p:nvPr userDrawn="1"/>
          </p:nvSpPr>
          <p:spPr bwMode="auto">
            <a:xfrm>
              <a:off x="5884348" y="2088313"/>
              <a:ext cx="45294" cy="64366"/>
            </a:xfrm>
            <a:custGeom>
              <a:avLst/>
              <a:gdLst>
                <a:gd name="T0" fmla="*/ 16 w 19"/>
                <a:gd name="T1" fmla="*/ 12 h 27"/>
                <a:gd name="T2" fmla="*/ 4 w 19"/>
                <a:gd name="T3" fmla="*/ 8 h 27"/>
                <a:gd name="T4" fmla="*/ 8 w 19"/>
                <a:gd name="T5" fmla="*/ 24 h 27"/>
                <a:gd name="T6" fmla="*/ 12 w 19"/>
                <a:gd name="T7" fmla="*/ 26 h 27"/>
                <a:gd name="T8" fmla="*/ 14 w 19"/>
                <a:gd name="T9" fmla="*/ 21 h 27"/>
                <a:gd name="T10" fmla="*/ 16 w 19"/>
                <a:gd name="T11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16" y="12"/>
                  </a:moveTo>
                  <a:cubicBezTo>
                    <a:pt x="16" y="12"/>
                    <a:pt x="12" y="0"/>
                    <a:pt x="4" y="8"/>
                  </a:cubicBezTo>
                  <a:cubicBezTo>
                    <a:pt x="4" y="8"/>
                    <a:pt x="0" y="12"/>
                    <a:pt x="8" y="24"/>
                  </a:cubicBezTo>
                  <a:cubicBezTo>
                    <a:pt x="8" y="24"/>
                    <a:pt x="10" y="27"/>
                    <a:pt x="12" y="26"/>
                  </a:cubicBezTo>
                  <a:cubicBezTo>
                    <a:pt x="12" y="26"/>
                    <a:pt x="16" y="25"/>
                    <a:pt x="14" y="21"/>
                  </a:cubicBezTo>
                  <a:cubicBezTo>
                    <a:pt x="14" y="21"/>
                    <a:pt x="19" y="20"/>
                    <a:pt x="16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5" name="Freeform 70"/>
            <p:cNvSpPr>
              <a:spLocks noEditPoints="1"/>
            </p:cNvSpPr>
            <p:nvPr userDrawn="1"/>
          </p:nvSpPr>
          <p:spPr bwMode="auto">
            <a:xfrm>
              <a:off x="2697049" y="2076393"/>
              <a:ext cx="1022701" cy="488703"/>
            </a:xfrm>
            <a:custGeom>
              <a:avLst/>
              <a:gdLst>
                <a:gd name="T0" fmla="*/ 406 w 429"/>
                <a:gd name="T1" fmla="*/ 144 h 205"/>
                <a:gd name="T2" fmla="*/ 377 w 429"/>
                <a:gd name="T3" fmla="*/ 95 h 205"/>
                <a:gd name="T4" fmla="*/ 429 w 429"/>
                <a:gd name="T5" fmla="*/ 20 h 205"/>
                <a:gd name="T6" fmla="*/ 397 w 429"/>
                <a:gd name="T7" fmla="*/ 31 h 205"/>
                <a:gd name="T8" fmla="*/ 368 w 429"/>
                <a:gd name="T9" fmla="*/ 93 h 205"/>
                <a:gd name="T10" fmla="*/ 275 w 429"/>
                <a:gd name="T11" fmla="*/ 150 h 205"/>
                <a:gd name="T12" fmla="*/ 235 w 429"/>
                <a:gd name="T13" fmla="*/ 134 h 205"/>
                <a:gd name="T14" fmla="*/ 253 w 429"/>
                <a:gd name="T15" fmla="*/ 122 h 205"/>
                <a:gd name="T16" fmla="*/ 259 w 429"/>
                <a:gd name="T17" fmla="*/ 105 h 205"/>
                <a:gd name="T18" fmla="*/ 228 w 429"/>
                <a:gd name="T19" fmla="*/ 123 h 205"/>
                <a:gd name="T20" fmla="*/ 228 w 429"/>
                <a:gd name="T21" fmla="*/ 130 h 205"/>
                <a:gd name="T22" fmla="*/ 183 w 429"/>
                <a:gd name="T23" fmla="*/ 143 h 205"/>
                <a:gd name="T24" fmla="*/ 79 w 429"/>
                <a:gd name="T25" fmla="*/ 102 h 205"/>
                <a:gd name="T26" fmla="*/ 132 w 429"/>
                <a:gd name="T27" fmla="*/ 47 h 205"/>
                <a:gd name="T28" fmla="*/ 121 w 429"/>
                <a:gd name="T29" fmla="*/ 29 h 205"/>
                <a:gd name="T30" fmla="*/ 17 w 429"/>
                <a:gd name="T31" fmla="*/ 143 h 205"/>
                <a:gd name="T32" fmla="*/ 23 w 429"/>
                <a:gd name="T33" fmla="*/ 198 h 205"/>
                <a:gd name="T34" fmla="*/ 64 w 429"/>
                <a:gd name="T35" fmla="*/ 117 h 205"/>
                <a:gd name="T36" fmla="*/ 69 w 429"/>
                <a:gd name="T37" fmla="*/ 108 h 205"/>
                <a:gd name="T38" fmla="*/ 99 w 429"/>
                <a:gd name="T39" fmla="*/ 130 h 205"/>
                <a:gd name="T40" fmla="*/ 227 w 429"/>
                <a:gd name="T41" fmla="*/ 138 h 205"/>
                <a:gd name="T42" fmla="*/ 307 w 429"/>
                <a:gd name="T43" fmla="*/ 145 h 205"/>
                <a:gd name="T44" fmla="*/ 368 w 429"/>
                <a:gd name="T45" fmla="*/ 102 h 205"/>
                <a:gd name="T46" fmla="*/ 379 w 429"/>
                <a:gd name="T47" fmla="*/ 136 h 205"/>
                <a:gd name="T48" fmla="*/ 404 w 429"/>
                <a:gd name="T49" fmla="*/ 150 h 205"/>
                <a:gd name="T50" fmla="*/ 406 w 429"/>
                <a:gd name="T51" fmla="*/ 144 h 205"/>
                <a:gd name="T52" fmla="*/ 380 w 429"/>
                <a:gd name="T53" fmla="*/ 76 h 205"/>
                <a:gd name="T54" fmla="*/ 417 w 429"/>
                <a:gd name="T55" fmla="*/ 23 h 205"/>
                <a:gd name="T56" fmla="*/ 410 w 429"/>
                <a:gd name="T57" fmla="*/ 47 h 205"/>
                <a:gd name="T58" fmla="*/ 378 w 429"/>
                <a:gd name="T59" fmla="*/ 84 h 205"/>
                <a:gd name="T60" fmla="*/ 380 w 429"/>
                <a:gd name="T61" fmla="*/ 76 h 205"/>
                <a:gd name="T62" fmla="*/ 237 w 429"/>
                <a:gd name="T63" fmla="*/ 123 h 205"/>
                <a:gd name="T64" fmla="*/ 253 w 429"/>
                <a:gd name="T65" fmla="*/ 111 h 205"/>
                <a:gd name="T66" fmla="*/ 236 w 429"/>
                <a:gd name="T67" fmla="*/ 125 h 205"/>
                <a:gd name="T68" fmla="*/ 237 w 429"/>
                <a:gd name="T69" fmla="*/ 123 h 205"/>
                <a:gd name="T70" fmla="*/ 69 w 429"/>
                <a:gd name="T71" fmla="*/ 95 h 205"/>
                <a:gd name="T72" fmla="*/ 60 w 429"/>
                <a:gd name="T73" fmla="*/ 88 h 205"/>
                <a:gd name="T74" fmla="*/ 58 w 429"/>
                <a:gd name="T75" fmla="*/ 97 h 205"/>
                <a:gd name="T76" fmla="*/ 57 w 429"/>
                <a:gd name="T77" fmla="*/ 112 h 205"/>
                <a:gd name="T78" fmla="*/ 57 w 429"/>
                <a:gd name="T79" fmla="*/ 112 h 205"/>
                <a:gd name="T80" fmla="*/ 31 w 429"/>
                <a:gd name="T81" fmla="*/ 181 h 205"/>
                <a:gd name="T82" fmla="*/ 22 w 429"/>
                <a:gd name="T83" fmla="*/ 187 h 205"/>
                <a:gd name="T84" fmla="*/ 25 w 429"/>
                <a:gd name="T85" fmla="*/ 149 h 205"/>
                <a:gd name="T86" fmla="*/ 110 w 429"/>
                <a:gd name="T87" fmla="*/ 40 h 205"/>
                <a:gd name="T88" fmla="*/ 122 w 429"/>
                <a:gd name="T89" fmla="*/ 49 h 205"/>
                <a:gd name="T90" fmla="*/ 69 w 429"/>
                <a:gd name="T91" fmla="*/ 9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9" h="205">
                  <a:moveTo>
                    <a:pt x="406" y="144"/>
                  </a:moveTo>
                  <a:cubicBezTo>
                    <a:pt x="379" y="136"/>
                    <a:pt x="375" y="112"/>
                    <a:pt x="377" y="95"/>
                  </a:cubicBezTo>
                  <a:cubicBezTo>
                    <a:pt x="424" y="52"/>
                    <a:pt x="429" y="20"/>
                    <a:pt x="429" y="20"/>
                  </a:cubicBezTo>
                  <a:cubicBezTo>
                    <a:pt x="426" y="0"/>
                    <a:pt x="397" y="31"/>
                    <a:pt x="397" y="31"/>
                  </a:cubicBezTo>
                  <a:cubicBezTo>
                    <a:pt x="377" y="56"/>
                    <a:pt x="370" y="77"/>
                    <a:pt x="368" y="93"/>
                  </a:cubicBezTo>
                  <a:cubicBezTo>
                    <a:pt x="318" y="141"/>
                    <a:pt x="275" y="150"/>
                    <a:pt x="275" y="150"/>
                  </a:cubicBezTo>
                  <a:cubicBezTo>
                    <a:pt x="253" y="157"/>
                    <a:pt x="237" y="147"/>
                    <a:pt x="235" y="134"/>
                  </a:cubicBezTo>
                  <a:cubicBezTo>
                    <a:pt x="247" y="128"/>
                    <a:pt x="253" y="122"/>
                    <a:pt x="253" y="122"/>
                  </a:cubicBezTo>
                  <a:cubicBezTo>
                    <a:pt x="267" y="112"/>
                    <a:pt x="259" y="105"/>
                    <a:pt x="259" y="105"/>
                  </a:cubicBezTo>
                  <a:cubicBezTo>
                    <a:pt x="240" y="87"/>
                    <a:pt x="228" y="123"/>
                    <a:pt x="228" y="123"/>
                  </a:cubicBezTo>
                  <a:cubicBezTo>
                    <a:pt x="228" y="126"/>
                    <a:pt x="228" y="128"/>
                    <a:pt x="228" y="130"/>
                  </a:cubicBezTo>
                  <a:cubicBezTo>
                    <a:pt x="204" y="142"/>
                    <a:pt x="183" y="143"/>
                    <a:pt x="183" y="143"/>
                  </a:cubicBezTo>
                  <a:cubicBezTo>
                    <a:pt x="113" y="141"/>
                    <a:pt x="79" y="102"/>
                    <a:pt x="79" y="102"/>
                  </a:cubicBezTo>
                  <a:cubicBezTo>
                    <a:pt x="117" y="82"/>
                    <a:pt x="132" y="47"/>
                    <a:pt x="132" y="47"/>
                  </a:cubicBezTo>
                  <a:cubicBezTo>
                    <a:pt x="138" y="28"/>
                    <a:pt x="121" y="29"/>
                    <a:pt x="121" y="29"/>
                  </a:cubicBezTo>
                  <a:cubicBezTo>
                    <a:pt x="59" y="36"/>
                    <a:pt x="17" y="143"/>
                    <a:pt x="17" y="143"/>
                  </a:cubicBezTo>
                  <a:cubicBezTo>
                    <a:pt x="0" y="191"/>
                    <a:pt x="23" y="198"/>
                    <a:pt x="23" y="198"/>
                  </a:cubicBezTo>
                  <a:cubicBezTo>
                    <a:pt x="42" y="205"/>
                    <a:pt x="64" y="117"/>
                    <a:pt x="64" y="117"/>
                  </a:cubicBezTo>
                  <a:cubicBezTo>
                    <a:pt x="65" y="105"/>
                    <a:pt x="69" y="108"/>
                    <a:pt x="69" y="108"/>
                  </a:cubicBezTo>
                  <a:cubicBezTo>
                    <a:pt x="71" y="113"/>
                    <a:pt x="99" y="130"/>
                    <a:pt x="99" y="130"/>
                  </a:cubicBezTo>
                  <a:cubicBezTo>
                    <a:pt x="157" y="160"/>
                    <a:pt x="202" y="150"/>
                    <a:pt x="227" y="138"/>
                  </a:cubicBezTo>
                  <a:cubicBezTo>
                    <a:pt x="231" y="184"/>
                    <a:pt x="307" y="145"/>
                    <a:pt x="307" y="145"/>
                  </a:cubicBezTo>
                  <a:cubicBezTo>
                    <a:pt x="332" y="130"/>
                    <a:pt x="352" y="116"/>
                    <a:pt x="368" y="102"/>
                  </a:cubicBezTo>
                  <a:cubicBezTo>
                    <a:pt x="369" y="123"/>
                    <a:pt x="379" y="136"/>
                    <a:pt x="379" y="136"/>
                  </a:cubicBezTo>
                  <a:cubicBezTo>
                    <a:pt x="396" y="154"/>
                    <a:pt x="404" y="150"/>
                    <a:pt x="404" y="150"/>
                  </a:cubicBezTo>
                  <a:cubicBezTo>
                    <a:pt x="410" y="146"/>
                    <a:pt x="406" y="144"/>
                    <a:pt x="406" y="144"/>
                  </a:cubicBezTo>
                  <a:moveTo>
                    <a:pt x="380" y="76"/>
                  </a:moveTo>
                  <a:cubicBezTo>
                    <a:pt x="402" y="28"/>
                    <a:pt x="417" y="23"/>
                    <a:pt x="417" y="23"/>
                  </a:cubicBezTo>
                  <a:cubicBezTo>
                    <a:pt x="428" y="19"/>
                    <a:pt x="410" y="47"/>
                    <a:pt x="410" y="47"/>
                  </a:cubicBezTo>
                  <a:cubicBezTo>
                    <a:pt x="399" y="61"/>
                    <a:pt x="389" y="73"/>
                    <a:pt x="378" y="84"/>
                  </a:cubicBezTo>
                  <a:cubicBezTo>
                    <a:pt x="379" y="79"/>
                    <a:pt x="380" y="76"/>
                    <a:pt x="380" y="76"/>
                  </a:cubicBezTo>
                  <a:moveTo>
                    <a:pt x="237" y="123"/>
                  </a:moveTo>
                  <a:cubicBezTo>
                    <a:pt x="246" y="106"/>
                    <a:pt x="253" y="111"/>
                    <a:pt x="253" y="111"/>
                  </a:cubicBezTo>
                  <a:cubicBezTo>
                    <a:pt x="248" y="116"/>
                    <a:pt x="242" y="121"/>
                    <a:pt x="236" y="125"/>
                  </a:cubicBezTo>
                  <a:cubicBezTo>
                    <a:pt x="237" y="124"/>
                    <a:pt x="237" y="123"/>
                    <a:pt x="237" y="123"/>
                  </a:cubicBezTo>
                  <a:moveTo>
                    <a:pt x="69" y="95"/>
                  </a:moveTo>
                  <a:cubicBezTo>
                    <a:pt x="69" y="95"/>
                    <a:pt x="72" y="79"/>
                    <a:pt x="60" y="88"/>
                  </a:cubicBezTo>
                  <a:cubicBezTo>
                    <a:pt x="60" y="88"/>
                    <a:pt x="54" y="91"/>
                    <a:pt x="58" y="97"/>
                  </a:cubicBezTo>
                  <a:cubicBezTo>
                    <a:pt x="58" y="97"/>
                    <a:pt x="48" y="97"/>
                    <a:pt x="57" y="112"/>
                  </a:cubicBezTo>
                  <a:cubicBezTo>
                    <a:pt x="57" y="112"/>
                    <a:pt x="57" y="112"/>
                    <a:pt x="57" y="112"/>
                  </a:cubicBezTo>
                  <a:cubicBezTo>
                    <a:pt x="57" y="112"/>
                    <a:pt x="45" y="156"/>
                    <a:pt x="31" y="181"/>
                  </a:cubicBezTo>
                  <a:cubicBezTo>
                    <a:pt x="31" y="181"/>
                    <a:pt x="25" y="194"/>
                    <a:pt x="22" y="187"/>
                  </a:cubicBezTo>
                  <a:cubicBezTo>
                    <a:pt x="22" y="187"/>
                    <a:pt x="17" y="177"/>
                    <a:pt x="25" y="149"/>
                  </a:cubicBezTo>
                  <a:cubicBezTo>
                    <a:pt x="25" y="149"/>
                    <a:pt x="51" y="59"/>
                    <a:pt x="110" y="40"/>
                  </a:cubicBezTo>
                  <a:cubicBezTo>
                    <a:pt x="110" y="40"/>
                    <a:pt x="133" y="31"/>
                    <a:pt x="122" y="49"/>
                  </a:cubicBezTo>
                  <a:cubicBezTo>
                    <a:pt x="122" y="49"/>
                    <a:pt x="95" y="93"/>
                    <a:pt x="69" y="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6" name="Freeform 71"/>
            <p:cNvSpPr>
              <a:spLocks noEditPoints="1"/>
            </p:cNvSpPr>
            <p:nvPr userDrawn="1"/>
          </p:nvSpPr>
          <p:spPr bwMode="auto">
            <a:xfrm>
              <a:off x="3686375" y="2112152"/>
              <a:ext cx="1399360" cy="407650"/>
            </a:xfrm>
            <a:custGeom>
              <a:avLst/>
              <a:gdLst>
                <a:gd name="T0" fmla="*/ 518 w 587"/>
                <a:gd name="T1" fmla="*/ 69 h 171"/>
                <a:gd name="T2" fmla="*/ 511 w 587"/>
                <a:gd name="T3" fmla="*/ 62 h 171"/>
                <a:gd name="T4" fmla="*/ 432 w 587"/>
                <a:gd name="T5" fmla="*/ 47 h 171"/>
                <a:gd name="T6" fmla="*/ 407 w 587"/>
                <a:gd name="T7" fmla="*/ 45 h 171"/>
                <a:gd name="T8" fmla="*/ 395 w 587"/>
                <a:gd name="T9" fmla="*/ 52 h 171"/>
                <a:gd name="T10" fmla="*/ 407 w 587"/>
                <a:gd name="T11" fmla="*/ 57 h 171"/>
                <a:gd name="T12" fmla="*/ 441 w 587"/>
                <a:gd name="T13" fmla="*/ 71 h 171"/>
                <a:gd name="T14" fmla="*/ 407 w 587"/>
                <a:gd name="T15" fmla="*/ 89 h 171"/>
                <a:gd name="T16" fmla="*/ 380 w 587"/>
                <a:gd name="T17" fmla="*/ 79 h 171"/>
                <a:gd name="T18" fmla="*/ 381 w 587"/>
                <a:gd name="T19" fmla="*/ 69 h 171"/>
                <a:gd name="T20" fmla="*/ 377 w 587"/>
                <a:gd name="T21" fmla="*/ 63 h 171"/>
                <a:gd name="T22" fmla="*/ 370 w 587"/>
                <a:gd name="T23" fmla="*/ 67 h 171"/>
                <a:gd name="T24" fmla="*/ 297 w 587"/>
                <a:gd name="T25" fmla="*/ 89 h 171"/>
                <a:gd name="T26" fmla="*/ 289 w 587"/>
                <a:gd name="T27" fmla="*/ 61 h 171"/>
                <a:gd name="T28" fmla="*/ 290 w 587"/>
                <a:gd name="T29" fmla="*/ 46 h 171"/>
                <a:gd name="T30" fmla="*/ 285 w 587"/>
                <a:gd name="T31" fmla="*/ 53 h 171"/>
                <a:gd name="T32" fmla="*/ 201 w 587"/>
                <a:gd name="T33" fmla="*/ 107 h 171"/>
                <a:gd name="T34" fmla="*/ 199 w 587"/>
                <a:gd name="T35" fmla="*/ 66 h 171"/>
                <a:gd name="T36" fmla="*/ 232 w 587"/>
                <a:gd name="T37" fmla="*/ 31 h 171"/>
                <a:gd name="T38" fmla="*/ 279 w 587"/>
                <a:gd name="T39" fmla="*/ 6 h 171"/>
                <a:gd name="T40" fmla="*/ 281 w 587"/>
                <a:gd name="T41" fmla="*/ 2 h 171"/>
                <a:gd name="T42" fmla="*/ 281 w 587"/>
                <a:gd name="T43" fmla="*/ 2 h 171"/>
                <a:gd name="T44" fmla="*/ 272 w 587"/>
                <a:gd name="T45" fmla="*/ 2 h 171"/>
                <a:gd name="T46" fmla="*/ 233 w 587"/>
                <a:gd name="T47" fmla="*/ 21 h 171"/>
                <a:gd name="T48" fmla="*/ 227 w 587"/>
                <a:gd name="T49" fmla="*/ 9 h 171"/>
                <a:gd name="T50" fmla="*/ 195 w 587"/>
                <a:gd name="T51" fmla="*/ 55 h 171"/>
                <a:gd name="T52" fmla="*/ 100 w 587"/>
                <a:gd name="T53" fmla="*/ 116 h 171"/>
                <a:gd name="T54" fmla="*/ 88 w 587"/>
                <a:gd name="T55" fmla="*/ 83 h 171"/>
                <a:gd name="T56" fmla="*/ 83 w 587"/>
                <a:gd name="T57" fmla="*/ 79 h 171"/>
                <a:gd name="T58" fmla="*/ 73 w 587"/>
                <a:gd name="T59" fmla="*/ 86 h 171"/>
                <a:gd name="T60" fmla="*/ 58 w 587"/>
                <a:gd name="T61" fmla="*/ 101 h 171"/>
                <a:gd name="T62" fmla="*/ 62 w 587"/>
                <a:gd name="T63" fmla="*/ 65 h 171"/>
                <a:gd name="T64" fmla="*/ 17 w 587"/>
                <a:gd name="T65" fmla="*/ 87 h 171"/>
                <a:gd name="T66" fmla="*/ 14 w 587"/>
                <a:gd name="T67" fmla="*/ 123 h 171"/>
                <a:gd name="T68" fmla="*/ 79 w 587"/>
                <a:gd name="T69" fmla="*/ 91 h 171"/>
                <a:gd name="T70" fmla="*/ 81 w 587"/>
                <a:gd name="T71" fmla="*/ 90 h 171"/>
                <a:gd name="T72" fmla="*/ 119 w 587"/>
                <a:gd name="T73" fmla="*/ 122 h 171"/>
                <a:gd name="T74" fmla="*/ 184 w 587"/>
                <a:gd name="T75" fmla="*/ 77 h 171"/>
                <a:gd name="T76" fmla="*/ 277 w 587"/>
                <a:gd name="T77" fmla="*/ 72 h 171"/>
                <a:gd name="T78" fmla="*/ 332 w 587"/>
                <a:gd name="T79" fmla="*/ 97 h 171"/>
                <a:gd name="T80" fmla="*/ 371 w 587"/>
                <a:gd name="T81" fmla="*/ 78 h 171"/>
                <a:gd name="T82" fmla="*/ 412 w 587"/>
                <a:gd name="T83" fmla="*/ 99 h 171"/>
                <a:gd name="T84" fmla="*/ 446 w 587"/>
                <a:gd name="T85" fmla="*/ 80 h 171"/>
                <a:gd name="T86" fmla="*/ 437 w 587"/>
                <a:gd name="T87" fmla="*/ 56 h 171"/>
                <a:gd name="T88" fmla="*/ 506 w 587"/>
                <a:gd name="T89" fmla="*/ 77 h 171"/>
                <a:gd name="T90" fmla="*/ 502 w 587"/>
                <a:gd name="T91" fmla="*/ 98 h 171"/>
                <a:gd name="T92" fmla="*/ 519 w 587"/>
                <a:gd name="T93" fmla="*/ 77 h 171"/>
                <a:gd name="T94" fmla="*/ 564 w 587"/>
                <a:gd name="T95" fmla="*/ 59 h 171"/>
                <a:gd name="T96" fmla="*/ 560 w 587"/>
                <a:gd name="T97" fmla="*/ 84 h 171"/>
                <a:gd name="T98" fmla="*/ 556 w 587"/>
                <a:gd name="T99" fmla="*/ 98 h 171"/>
                <a:gd name="T100" fmla="*/ 573 w 587"/>
                <a:gd name="T101" fmla="*/ 51 h 171"/>
                <a:gd name="T102" fmla="*/ 518 w 587"/>
                <a:gd name="T103" fmla="*/ 69 h 171"/>
                <a:gd name="T104" fmla="*/ 20 w 587"/>
                <a:gd name="T105" fmla="*/ 105 h 171"/>
                <a:gd name="T106" fmla="*/ 45 w 587"/>
                <a:gd name="T107" fmla="*/ 73 h 171"/>
                <a:gd name="T108" fmla="*/ 49 w 587"/>
                <a:gd name="T109" fmla="*/ 105 h 171"/>
                <a:gd name="T110" fmla="*/ 20 w 587"/>
                <a:gd name="T111" fmla="*/ 10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87" h="171">
                  <a:moveTo>
                    <a:pt x="518" y="69"/>
                  </a:moveTo>
                  <a:cubicBezTo>
                    <a:pt x="518" y="69"/>
                    <a:pt x="516" y="71"/>
                    <a:pt x="511" y="62"/>
                  </a:cubicBezTo>
                  <a:cubicBezTo>
                    <a:pt x="511" y="62"/>
                    <a:pt x="500" y="42"/>
                    <a:pt x="432" y="47"/>
                  </a:cubicBezTo>
                  <a:cubicBezTo>
                    <a:pt x="432" y="47"/>
                    <a:pt x="418" y="47"/>
                    <a:pt x="407" y="45"/>
                  </a:cubicBezTo>
                  <a:cubicBezTo>
                    <a:pt x="407" y="45"/>
                    <a:pt x="396" y="43"/>
                    <a:pt x="395" y="52"/>
                  </a:cubicBezTo>
                  <a:cubicBezTo>
                    <a:pt x="395" y="52"/>
                    <a:pt x="394" y="57"/>
                    <a:pt x="407" y="57"/>
                  </a:cubicBezTo>
                  <a:cubicBezTo>
                    <a:pt x="407" y="57"/>
                    <a:pt x="440" y="52"/>
                    <a:pt x="441" y="71"/>
                  </a:cubicBezTo>
                  <a:cubicBezTo>
                    <a:pt x="441" y="71"/>
                    <a:pt x="441" y="87"/>
                    <a:pt x="407" y="89"/>
                  </a:cubicBezTo>
                  <a:cubicBezTo>
                    <a:pt x="407" y="89"/>
                    <a:pt x="385" y="90"/>
                    <a:pt x="380" y="79"/>
                  </a:cubicBezTo>
                  <a:cubicBezTo>
                    <a:pt x="380" y="79"/>
                    <a:pt x="379" y="77"/>
                    <a:pt x="381" y="69"/>
                  </a:cubicBezTo>
                  <a:cubicBezTo>
                    <a:pt x="381" y="69"/>
                    <a:pt x="383" y="63"/>
                    <a:pt x="377" y="63"/>
                  </a:cubicBezTo>
                  <a:cubicBezTo>
                    <a:pt x="377" y="63"/>
                    <a:pt x="373" y="60"/>
                    <a:pt x="370" y="67"/>
                  </a:cubicBezTo>
                  <a:cubicBezTo>
                    <a:pt x="370" y="67"/>
                    <a:pt x="330" y="99"/>
                    <a:pt x="297" y="89"/>
                  </a:cubicBezTo>
                  <a:cubicBezTo>
                    <a:pt x="297" y="89"/>
                    <a:pt x="281" y="84"/>
                    <a:pt x="289" y="61"/>
                  </a:cubicBezTo>
                  <a:cubicBezTo>
                    <a:pt x="289" y="61"/>
                    <a:pt x="298" y="46"/>
                    <a:pt x="290" y="46"/>
                  </a:cubicBezTo>
                  <a:cubicBezTo>
                    <a:pt x="290" y="46"/>
                    <a:pt x="286" y="45"/>
                    <a:pt x="285" y="53"/>
                  </a:cubicBezTo>
                  <a:cubicBezTo>
                    <a:pt x="285" y="53"/>
                    <a:pt x="243" y="106"/>
                    <a:pt x="201" y="107"/>
                  </a:cubicBezTo>
                  <a:cubicBezTo>
                    <a:pt x="201" y="107"/>
                    <a:pt x="177" y="110"/>
                    <a:pt x="199" y="66"/>
                  </a:cubicBezTo>
                  <a:cubicBezTo>
                    <a:pt x="199" y="66"/>
                    <a:pt x="212" y="43"/>
                    <a:pt x="232" y="31"/>
                  </a:cubicBezTo>
                  <a:cubicBezTo>
                    <a:pt x="232" y="31"/>
                    <a:pt x="278" y="7"/>
                    <a:pt x="279" y="6"/>
                  </a:cubicBezTo>
                  <a:cubicBezTo>
                    <a:pt x="280" y="5"/>
                    <a:pt x="283" y="4"/>
                    <a:pt x="281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2"/>
                    <a:pt x="277" y="0"/>
                    <a:pt x="272" y="2"/>
                  </a:cubicBezTo>
                  <a:cubicBezTo>
                    <a:pt x="233" y="21"/>
                    <a:pt x="233" y="21"/>
                    <a:pt x="233" y="21"/>
                  </a:cubicBezTo>
                  <a:cubicBezTo>
                    <a:pt x="233" y="21"/>
                    <a:pt x="238" y="4"/>
                    <a:pt x="227" y="9"/>
                  </a:cubicBezTo>
                  <a:cubicBezTo>
                    <a:pt x="227" y="9"/>
                    <a:pt x="212" y="22"/>
                    <a:pt x="195" y="55"/>
                  </a:cubicBezTo>
                  <a:cubicBezTo>
                    <a:pt x="195" y="55"/>
                    <a:pt x="131" y="120"/>
                    <a:pt x="100" y="116"/>
                  </a:cubicBezTo>
                  <a:cubicBezTo>
                    <a:pt x="100" y="116"/>
                    <a:pt x="80" y="117"/>
                    <a:pt x="88" y="83"/>
                  </a:cubicBezTo>
                  <a:cubicBezTo>
                    <a:pt x="88" y="83"/>
                    <a:pt x="89" y="80"/>
                    <a:pt x="83" y="79"/>
                  </a:cubicBezTo>
                  <a:cubicBezTo>
                    <a:pt x="83" y="79"/>
                    <a:pt x="79" y="77"/>
                    <a:pt x="73" y="86"/>
                  </a:cubicBezTo>
                  <a:cubicBezTo>
                    <a:pt x="73" y="86"/>
                    <a:pt x="69" y="94"/>
                    <a:pt x="58" y="101"/>
                  </a:cubicBezTo>
                  <a:cubicBezTo>
                    <a:pt x="58" y="101"/>
                    <a:pt x="77" y="79"/>
                    <a:pt x="62" y="65"/>
                  </a:cubicBezTo>
                  <a:cubicBezTo>
                    <a:pt x="62" y="65"/>
                    <a:pt x="44" y="49"/>
                    <a:pt x="17" y="87"/>
                  </a:cubicBezTo>
                  <a:cubicBezTo>
                    <a:pt x="17" y="87"/>
                    <a:pt x="0" y="113"/>
                    <a:pt x="14" y="123"/>
                  </a:cubicBezTo>
                  <a:cubicBezTo>
                    <a:pt x="14" y="123"/>
                    <a:pt x="29" y="136"/>
                    <a:pt x="79" y="91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1" y="90"/>
                    <a:pt x="66" y="139"/>
                    <a:pt x="119" y="122"/>
                  </a:cubicBezTo>
                  <a:cubicBezTo>
                    <a:pt x="119" y="122"/>
                    <a:pt x="152" y="109"/>
                    <a:pt x="184" y="77"/>
                  </a:cubicBezTo>
                  <a:cubicBezTo>
                    <a:pt x="184" y="77"/>
                    <a:pt x="157" y="171"/>
                    <a:pt x="277" y="72"/>
                  </a:cubicBezTo>
                  <a:cubicBezTo>
                    <a:pt x="277" y="72"/>
                    <a:pt x="270" y="111"/>
                    <a:pt x="332" y="97"/>
                  </a:cubicBezTo>
                  <a:cubicBezTo>
                    <a:pt x="332" y="97"/>
                    <a:pt x="355" y="90"/>
                    <a:pt x="371" y="78"/>
                  </a:cubicBezTo>
                  <a:cubicBezTo>
                    <a:pt x="371" y="78"/>
                    <a:pt x="372" y="101"/>
                    <a:pt x="412" y="99"/>
                  </a:cubicBezTo>
                  <a:cubicBezTo>
                    <a:pt x="412" y="99"/>
                    <a:pt x="435" y="99"/>
                    <a:pt x="446" y="80"/>
                  </a:cubicBezTo>
                  <a:cubicBezTo>
                    <a:pt x="446" y="80"/>
                    <a:pt x="454" y="64"/>
                    <a:pt x="437" y="56"/>
                  </a:cubicBezTo>
                  <a:cubicBezTo>
                    <a:pt x="437" y="56"/>
                    <a:pt x="515" y="54"/>
                    <a:pt x="506" y="77"/>
                  </a:cubicBezTo>
                  <a:cubicBezTo>
                    <a:pt x="506" y="77"/>
                    <a:pt x="490" y="100"/>
                    <a:pt x="502" y="98"/>
                  </a:cubicBezTo>
                  <a:cubicBezTo>
                    <a:pt x="502" y="98"/>
                    <a:pt x="508" y="98"/>
                    <a:pt x="519" y="77"/>
                  </a:cubicBezTo>
                  <a:cubicBezTo>
                    <a:pt x="519" y="77"/>
                    <a:pt x="545" y="46"/>
                    <a:pt x="564" y="59"/>
                  </a:cubicBezTo>
                  <a:cubicBezTo>
                    <a:pt x="564" y="59"/>
                    <a:pt x="572" y="67"/>
                    <a:pt x="560" y="84"/>
                  </a:cubicBezTo>
                  <a:cubicBezTo>
                    <a:pt x="560" y="84"/>
                    <a:pt x="547" y="103"/>
                    <a:pt x="556" y="98"/>
                  </a:cubicBezTo>
                  <a:cubicBezTo>
                    <a:pt x="556" y="98"/>
                    <a:pt x="587" y="67"/>
                    <a:pt x="573" y="51"/>
                  </a:cubicBezTo>
                  <a:cubicBezTo>
                    <a:pt x="573" y="51"/>
                    <a:pt x="558" y="32"/>
                    <a:pt x="518" y="69"/>
                  </a:cubicBezTo>
                  <a:moveTo>
                    <a:pt x="20" y="105"/>
                  </a:moveTo>
                  <a:cubicBezTo>
                    <a:pt x="20" y="105"/>
                    <a:pt x="18" y="88"/>
                    <a:pt x="45" y="73"/>
                  </a:cubicBezTo>
                  <a:cubicBezTo>
                    <a:pt x="45" y="73"/>
                    <a:pt x="77" y="60"/>
                    <a:pt x="49" y="105"/>
                  </a:cubicBezTo>
                  <a:cubicBezTo>
                    <a:pt x="49" y="105"/>
                    <a:pt x="22" y="125"/>
                    <a:pt x="20" y="1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7" name="Freeform 72"/>
            <p:cNvSpPr>
              <a:spLocks noEditPoints="1"/>
            </p:cNvSpPr>
            <p:nvPr userDrawn="1"/>
          </p:nvSpPr>
          <p:spPr bwMode="auto">
            <a:xfrm>
              <a:off x="5080967" y="1983421"/>
              <a:ext cx="1304003" cy="796229"/>
            </a:xfrm>
            <a:custGeom>
              <a:avLst/>
              <a:gdLst>
                <a:gd name="T0" fmla="*/ 530 w 547"/>
                <a:gd name="T1" fmla="*/ 96 h 334"/>
                <a:gd name="T2" fmla="*/ 435 w 547"/>
                <a:gd name="T3" fmla="*/ 85 h 334"/>
                <a:gd name="T4" fmla="*/ 425 w 547"/>
                <a:gd name="T5" fmla="*/ 88 h 334"/>
                <a:gd name="T6" fmla="*/ 359 w 547"/>
                <a:gd name="T7" fmla="*/ 121 h 334"/>
                <a:gd name="T8" fmla="*/ 333 w 547"/>
                <a:gd name="T9" fmla="*/ 102 h 334"/>
                <a:gd name="T10" fmla="*/ 324 w 547"/>
                <a:gd name="T11" fmla="*/ 99 h 334"/>
                <a:gd name="T12" fmla="*/ 298 w 547"/>
                <a:gd name="T13" fmla="*/ 118 h 334"/>
                <a:gd name="T14" fmla="*/ 245 w 547"/>
                <a:gd name="T15" fmla="*/ 113 h 334"/>
                <a:gd name="T16" fmla="*/ 237 w 547"/>
                <a:gd name="T17" fmla="*/ 94 h 334"/>
                <a:gd name="T18" fmla="*/ 195 w 547"/>
                <a:gd name="T19" fmla="*/ 120 h 334"/>
                <a:gd name="T20" fmla="*/ 183 w 547"/>
                <a:gd name="T21" fmla="*/ 135 h 334"/>
                <a:gd name="T22" fmla="*/ 218 w 547"/>
                <a:gd name="T23" fmla="*/ 68 h 334"/>
                <a:gd name="T24" fmla="*/ 233 w 547"/>
                <a:gd name="T25" fmla="*/ 12 h 334"/>
                <a:gd name="T26" fmla="*/ 223 w 547"/>
                <a:gd name="T27" fmla="*/ 16 h 334"/>
                <a:gd name="T28" fmla="*/ 214 w 547"/>
                <a:gd name="T29" fmla="*/ 46 h 334"/>
                <a:gd name="T30" fmla="*/ 194 w 547"/>
                <a:gd name="T31" fmla="*/ 86 h 334"/>
                <a:gd name="T32" fmla="*/ 97 w 547"/>
                <a:gd name="T33" fmla="*/ 124 h 334"/>
                <a:gd name="T34" fmla="*/ 99 w 547"/>
                <a:gd name="T35" fmla="*/ 96 h 334"/>
                <a:gd name="T36" fmla="*/ 73 w 547"/>
                <a:gd name="T37" fmla="*/ 72 h 334"/>
                <a:gd name="T38" fmla="*/ 10 w 547"/>
                <a:gd name="T39" fmla="*/ 129 h 334"/>
                <a:gd name="T40" fmla="*/ 15 w 547"/>
                <a:gd name="T41" fmla="*/ 152 h 334"/>
                <a:gd name="T42" fmla="*/ 17 w 547"/>
                <a:gd name="T43" fmla="*/ 144 h 334"/>
                <a:gd name="T44" fmla="*/ 34 w 547"/>
                <a:gd name="T45" fmla="*/ 110 h 334"/>
                <a:gd name="T46" fmla="*/ 81 w 547"/>
                <a:gd name="T47" fmla="*/ 83 h 334"/>
                <a:gd name="T48" fmla="*/ 88 w 547"/>
                <a:gd name="T49" fmla="*/ 114 h 334"/>
                <a:gd name="T50" fmla="*/ 87 w 547"/>
                <a:gd name="T51" fmla="*/ 124 h 334"/>
                <a:gd name="T52" fmla="*/ 75 w 547"/>
                <a:gd name="T53" fmla="*/ 121 h 334"/>
                <a:gd name="T54" fmla="*/ 67 w 547"/>
                <a:gd name="T55" fmla="*/ 117 h 334"/>
                <a:gd name="T56" fmla="*/ 65 w 547"/>
                <a:gd name="T57" fmla="*/ 150 h 334"/>
                <a:gd name="T58" fmla="*/ 89 w 547"/>
                <a:gd name="T59" fmla="*/ 146 h 334"/>
                <a:gd name="T60" fmla="*/ 94 w 547"/>
                <a:gd name="T61" fmla="*/ 135 h 334"/>
                <a:gd name="T62" fmla="*/ 186 w 547"/>
                <a:gd name="T63" fmla="*/ 103 h 334"/>
                <a:gd name="T64" fmla="*/ 177 w 547"/>
                <a:gd name="T65" fmla="*/ 126 h 334"/>
                <a:gd name="T66" fmla="*/ 166 w 547"/>
                <a:gd name="T67" fmla="*/ 154 h 334"/>
                <a:gd name="T68" fmla="*/ 180 w 547"/>
                <a:gd name="T69" fmla="*/ 149 h 334"/>
                <a:gd name="T70" fmla="*/ 230 w 547"/>
                <a:gd name="T71" fmla="*/ 100 h 334"/>
                <a:gd name="T72" fmla="*/ 233 w 547"/>
                <a:gd name="T73" fmla="*/ 109 h 334"/>
                <a:gd name="T74" fmla="*/ 321 w 547"/>
                <a:gd name="T75" fmla="*/ 111 h 334"/>
                <a:gd name="T76" fmla="*/ 393 w 547"/>
                <a:gd name="T77" fmla="*/ 117 h 334"/>
                <a:gd name="T78" fmla="*/ 323 w 547"/>
                <a:gd name="T79" fmla="*/ 285 h 334"/>
                <a:gd name="T80" fmla="*/ 333 w 547"/>
                <a:gd name="T81" fmla="*/ 321 h 334"/>
                <a:gd name="T82" fmla="*/ 391 w 547"/>
                <a:gd name="T83" fmla="*/ 235 h 334"/>
                <a:gd name="T84" fmla="*/ 424 w 547"/>
                <a:gd name="T85" fmla="*/ 121 h 334"/>
                <a:gd name="T86" fmla="*/ 432 w 547"/>
                <a:gd name="T87" fmla="*/ 100 h 334"/>
                <a:gd name="T88" fmla="*/ 435 w 547"/>
                <a:gd name="T89" fmla="*/ 96 h 334"/>
                <a:gd name="T90" fmla="*/ 438 w 547"/>
                <a:gd name="T91" fmla="*/ 94 h 334"/>
                <a:gd name="T92" fmla="*/ 510 w 547"/>
                <a:gd name="T93" fmla="*/ 92 h 334"/>
                <a:gd name="T94" fmla="*/ 524 w 547"/>
                <a:gd name="T95" fmla="*/ 134 h 334"/>
                <a:gd name="T96" fmla="*/ 461 w 547"/>
                <a:gd name="T97" fmla="*/ 149 h 334"/>
                <a:gd name="T98" fmla="*/ 448 w 547"/>
                <a:gd name="T99" fmla="*/ 146 h 334"/>
                <a:gd name="T100" fmla="*/ 494 w 547"/>
                <a:gd name="T101" fmla="*/ 160 h 334"/>
                <a:gd name="T102" fmla="*/ 534 w 547"/>
                <a:gd name="T103" fmla="*/ 137 h 334"/>
                <a:gd name="T104" fmla="*/ 530 w 547"/>
                <a:gd name="T105" fmla="*/ 96 h 334"/>
                <a:gd name="T106" fmla="*/ 74 w 547"/>
                <a:gd name="T107" fmla="*/ 145 h 334"/>
                <a:gd name="T108" fmla="*/ 68 w 547"/>
                <a:gd name="T109" fmla="*/ 130 h 334"/>
                <a:gd name="T110" fmla="*/ 85 w 547"/>
                <a:gd name="T111" fmla="*/ 135 h 334"/>
                <a:gd name="T112" fmla="*/ 74 w 547"/>
                <a:gd name="T113" fmla="*/ 145 h 334"/>
                <a:gd name="T114" fmla="*/ 373 w 547"/>
                <a:gd name="T115" fmla="*/ 259 h 334"/>
                <a:gd name="T116" fmla="*/ 345 w 547"/>
                <a:gd name="T117" fmla="*/ 310 h 334"/>
                <a:gd name="T118" fmla="*/ 343 w 547"/>
                <a:gd name="T119" fmla="*/ 234 h 334"/>
                <a:gd name="T120" fmla="*/ 417 w 547"/>
                <a:gd name="T121" fmla="*/ 109 h 334"/>
                <a:gd name="T122" fmla="*/ 373 w 547"/>
                <a:gd name="T123" fmla="*/ 259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7" h="334">
                  <a:moveTo>
                    <a:pt x="530" y="96"/>
                  </a:moveTo>
                  <a:cubicBezTo>
                    <a:pt x="492" y="54"/>
                    <a:pt x="435" y="85"/>
                    <a:pt x="435" y="85"/>
                  </a:cubicBezTo>
                  <a:cubicBezTo>
                    <a:pt x="427" y="83"/>
                    <a:pt x="425" y="88"/>
                    <a:pt x="425" y="88"/>
                  </a:cubicBezTo>
                  <a:cubicBezTo>
                    <a:pt x="393" y="114"/>
                    <a:pt x="359" y="121"/>
                    <a:pt x="359" y="121"/>
                  </a:cubicBezTo>
                  <a:cubicBezTo>
                    <a:pt x="328" y="127"/>
                    <a:pt x="333" y="102"/>
                    <a:pt x="333" y="102"/>
                  </a:cubicBezTo>
                  <a:cubicBezTo>
                    <a:pt x="333" y="89"/>
                    <a:pt x="324" y="99"/>
                    <a:pt x="324" y="99"/>
                  </a:cubicBezTo>
                  <a:cubicBezTo>
                    <a:pt x="318" y="107"/>
                    <a:pt x="298" y="118"/>
                    <a:pt x="298" y="118"/>
                  </a:cubicBezTo>
                  <a:cubicBezTo>
                    <a:pt x="257" y="139"/>
                    <a:pt x="245" y="113"/>
                    <a:pt x="245" y="113"/>
                  </a:cubicBezTo>
                  <a:cubicBezTo>
                    <a:pt x="237" y="94"/>
                    <a:pt x="237" y="94"/>
                    <a:pt x="237" y="94"/>
                  </a:cubicBezTo>
                  <a:cubicBezTo>
                    <a:pt x="228" y="71"/>
                    <a:pt x="195" y="120"/>
                    <a:pt x="195" y="120"/>
                  </a:cubicBezTo>
                  <a:cubicBezTo>
                    <a:pt x="185" y="137"/>
                    <a:pt x="183" y="135"/>
                    <a:pt x="183" y="135"/>
                  </a:cubicBezTo>
                  <a:cubicBezTo>
                    <a:pt x="190" y="110"/>
                    <a:pt x="218" y="68"/>
                    <a:pt x="218" y="68"/>
                  </a:cubicBezTo>
                  <a:cubicBezTo>
                    <a:pt x="239" y="31"/>
                    <a:pt x="233" y="12"/>
                    <a:pt x="233" y="12"/>
                  </a:cubicBezTo>
                  <a:cubicBezTo>
                    <a:pt x="228" y="0"/>
                    <a:pt x="223" y="16"/>
                    <a:pt x="223" y="16"/>
                  </a:cubicBezTo>
                  <a:cubicBezTo>
                    <a:pt x="221" y="29"/>
                    <a:pt x="214" y="46"/>
                    <a:pt x="214" y="46"/>
                  </a:cubicBezTo>
                  <a:cubicBezTo>
                    <a:pt x="204" y="73"/>
                    <a:pt x="194" y="86"/>
                    <a:pt x="194" y="86"/>
                  </a:cubicBezTo>
                  <a:cubicBezTo>
                    <a:pt x="147" y="117"/>
                    <a:pt x="116" y="124"/>
                    <a:pt x="97" y="124"/>
                  </a:cubicBezTo>
                  <a:cubicBezTo>
                    <a:pt x="100" y="109"/>
                    <a:pt x="99" y="96"/>
                    <a:pt x="99" y="96"/>
                  </a:cubicBezTo>
                  <a:cubicBezTo>
                    <a:pt x="96" y="67"/>
                    <a:pt x="73" y="72"/>
                    <a:pt x="73" y="72"/>
                  </a:cubicBezTo>
                  <a:cubicBezTo>
                    <a:pt x="35" y="77"/>
                    <a:pt x="10" y="129"/>
                    <a:pt x="10" y="129"/>
                  </a:cubicBezTo>
                  <a:cubicBezTo>
                    <a:pt x="0" y="154"/>
                    <a:pt x="15" y="152"/>
                    <a:pt x="15" y="152"/>
                  </a:cubicBezTo>
                  <a:cubicBezTo>
                    <a:pt x="25" y="149"/>
                    <a:pt x="17" y="144"/>
                    <a:pt x="17" y="144"/>
                  </a:cubicBezTo>
                  <a:cubicBezTo>
                    <a:pt x="17" y="130"/>
                    <a:pt x="34" y="110"/>
                    <a:pt x="34" y="110"/>
                  </a:cubicBezTo>
                  <a:cubicBezTo>
                    <a:pt x="72" y="70"/>
                    <a:pt x="81" y="83"/>
                    <a:pt x="81" y="83"/>
                  </a:cubicBezTo>
                  <a:cubicBezTo>
                    <a:pt x="80" y="83"/>
                    <a:pt x="92" y="89"/>
                    <a:pt x="88" y="114"/>
                  </a:cubicBezTo>
                  <a:cubicBezTo>
                    <a:pt x="88" y="118"/>
                    <a:pt x="87" y="121"/>
                    <a:pt x="87" y="124"/>
                  </a:cubicBezTo>
                  <a:cubicBezTo>
                    <a:pt x="79" y="123"/>
                    <a:pt x="75" y="121"/>
                    <a:pt x="75" y="121"/>
                  </a:cubicBezTo>
                  <a:cubicBezTo>
                    <a:pt x="69" y="115"/>
                    <a:pt x="67" y="117"/>
                    <a:pt x="67" y="117"/>
                  </a:cubicBezTo>
                  <a:cubicBezTo>
                    <a:pt x="50" y="123"/>
                    <a:pt x="65" y="150"/>
                    <a:pt x="65" y="150"/>
                  </a:cubicBezTo>
                  <a:cubicBezTo>
                    <a:pt x="77" y="167"/>
                    <a:pt x="89" y="146"/>
                    <a:pt x="89" y="146"/>
                  </a:cubicBezTo>
                  <a:cubicBezTo>
                    <a:pt x="91" y="142"/>
                    <a:pt x="93" y="139"/>
                    <a:pt x="94" y="135"/>
                  </a:cubicBezTo>
                  <a:cubicBezTo>
                    <a:pt x="135" y="134"/>
                    <a:pt x="186" y="103"/>
                    <a:pt x="186" y="103"/>
                  </a:cubicBezTo>
                  <a:cubicBezTo>
                    <a:pt x="185" y="112"/>
                    <a:pt x="177" y="126"/>
                    <a:pt x="177" y="126"/>
                  </a:cubicBezTo>
                  <a:cubicBezTo>
                    <a:pt x="161" y="155"/>
                    <a:pt x="166" y="154"/>
                    <a:pt x="166" y="154"/>
                  </a:cubicBezTo>
                  <a:cubicBezTo>
                    <a:pt x="171" y="165"/>
                    <a:pt x="180" y="149"/>
                    <a:pt x="180" y="149"/>
                  </a:cubicBezTo>
                  <a:cubicBezTo>
                    <a:pt x="230" y="82"/>
                    <a:pt x="230" y="100"/>
                    <a:pt x="230" y="100"/>
                  </a:cubicBezTo>
                  <a:cubicBezTo>
                    <a:pt x="233" y="109"/>
                    <a:pt x="233" y="109"/>
                    <a:pt x="233" y="109"/>
                  </a:cubicBezTo>
                  <a:cubicBezTo>
                    <a:pt x="257" y="165"/>
                    <a:pt x="321" y="111"/>
                    <a:pt x="321" y="111"/>
                  </a:cubicBezTo>
                  <a:cubicBezTo>
                    <a:pt x="337" y="152"/>
                    <a:pt x="393" y="117"/>
                    <a:pt x="393" y="117"/>
                  </a:cubicBezTo>
                  <a:cubicBezTo>
                    <a:pt x="332" y="198"/>
                    <a:pt x="323" y="285"/>
                    <a:pt x="323" y="285"/>
                  </a:cubicBezTo>
                  <a:cubicBezTo>
                    <a:pt x="319" y="317"/>
                    <a:pt x="333" y="321"/>
                    <a:pt x="333" y="321"/>
                  </a:cubicBezTo>
                  <a:cubicBezTo>
                    <a:pt x="368" y="334"/>
                    <a:pt x="391" y="235"/>
                    <a:pt x="391" y="235"/>
                  </a:cubicBezTo>
                  <a:cubicBezTo>
                    <a:pt x="424" y="121"/>
                    <a:pt x="424" y="121"/>
                    <a:pt x="424" y="121"/>
                  </a:cubicBezTo>
                  <a:cubicBezTo>
                    <a:pt x="429" y="100"/>
                    <a:pt x="432" y="100"/>
                    <a:pt x="432" y="100"/>
                  </a:cubicBezTo>
                  <a:cubicBezTo>
                    <a:pt x="434" y="97"/>
                    <a:pt x="435" y="96"/>
                    <a:pt x="435" y="96"/>
                  </a:cubicBezTo>
                  <a:cubicBezTo>
                    <a:pt x="437" y="94"/>
                    <a:pt x="438" y="94"/>
                    <a:pt x="438" y="94"/>
                  </a:cubicBezTo>
                  <a:cubicBezTo>
                    <a:pt x="485" y="70"/>
                    <a:pt x="510" y="92"/>
                    <a:pt x="510" y="92"/>
                  </a:cubicBezTo>
                  <a:cubicBezTo>
                    <a:pt x="540" y="114"/>
                    <a:pt x="524" y="134"/>
                    <a:pt x="524" y="134"/>
                  </a:cubicBezTo>
                  <a:cubicBezTo>
                    <a:pt x="496" y="163"/>
                    <a:pt x="461" y="149"/>
                    <a:pt x="461" y="149"/>
                  </a:cubicBezTo>
                  <a:cubicBezTo>
                    <a:pt x="447" y="142"/>
                    <a:pt x="448" y="146"/>
                    <a:pt x="448" y="146"/>
                  </a:cubicBezTo>
                  <a:cubicBezTo>
                    <a:pt x="467" y="163"/>
                    <a:pt x="494" y="160"/>
                    <a:pt x="494" y="160"/>
                  </a:cubicBezTo>
                  <a:cubicBezTo>
                    <a:pt x="518" y="158"/>
                    <a:pt x="534" y="137"/>
                    <a:pt x="534" y="137"/>
                  </a:cubicBezTo>
                  <a:cubicBezTo>
                    <a:pt x="547" y="117"/>
                    <a:pt x="530" y="96"/>
                    <a:pt x="530" y="96"/>
                  </a:cubicBezTo>
                  <a:moveTo>
                    <a:pt x="74" y="145"/>
                  </a:moveTo>
                  <a:cubicBezTo>
                    <a:pt x="70" y="142"/>
                    <a:pt x="68" y="130"/>
                    <a:pt x="68" y="130"/>
                  </a:cubicBezTo>
                  <a:cubicBezTo>
                    <a:pt x="73" y="133"/>
                    <a:pt x="79" y="134"/>
                    <a:pt x="85" y="135"/>
                  </a:cubicBezTo>
                  <a:cubicBezTo>
                    <a:pt x="80" y="154"/>
                    <a:pt x="74" y="145"/>
                    <a:pt x="74" y="145"/>
                  </a:cubicBezTo>
                  <a:moveTo>
                    <a:pt x="373" y="259"/>
                  </a:moveTo>
                  <a:cubicBezTo>
                    <a:pt x="359" y="304"/>
                    <a:pt x="345" y="310"/>
                    <a:pt x="345" y="310"/>
                  </a:cubicBezTo>
                  <a:cubicBezTo>
                    <a:pt x="317" y="318"/>
                    <a:pt x="343" y="234"/>
                    <a:pt x="343" y="234"/>
                  </a:cubicBezTo>
                  <a:cubicBezTo>
                    <a:pt x="372" y="140"/>
                    <a:pt x="417" y="109"/>
                    <a:pt x="417" y="109"/>
                  </a:cubicBezTo>
                  <a:cubicBezTo>
                    <a:pt x="421" y="107"/>
                    <a:pt x="373" y="259"/>
                    <a:pt x="373" y="25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49" name="Freeform 73"/>
            <p:cNvSpPr>
              <a:spLocks/>
            </p:cNvSpPr>
            <p:nvPr userDrawn="1"/>
          </p:nvSpPr>
          <p:spPr bwMode="auto">
            <a:xfrm>
              <a:off x="3080859" y="2410142"/>
              <a:ext cx="2784417" cy="123964"/>
            </a:xfrm>
            <a:custGeom>
              <a:avLst/>
              <a:gdLst>
                <a:gd name="T0" fmla="*/ 0 w 1168"/>
                <a:gd name="T1" fmla="*/ 46 h 52"/>
                <a:gd name="T2" fmla="*/ 607 w 1168"/>
                <a:gd name="T3" fmla="*/ 14 h 52"/>
                <a:gd name="T4" fmla="*/ 1168 w 1168"/>
                <a:gd name="T5" fmla="*/ 32 h 52"/>
                <a:gd name="T6" fmla="*/ 1164 w 1168"/>
                <a:gd name="T7" fmla="*/ 40 h 52"/>
                <a:gd name="T8" fmla="*/ 756 w 1168"/>
                <a:gd name="T9" fmla="*/ 18 h 52"/>
                <a:gd name="T10" fmla="*/ 12 w 1168"/>
                <a:gd name="T11" fmla="*/ 52 h 52"/>
                <a:gd name="T12" fmla="*/ 0 w 1168"/>
                <a:gd name="T13" fmla="*/ 4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8" h="52">
                  <a:moveTo>
                    <a:pt x="0" y="46"/>
                  </a:moveTo>
                  <a:cubicBezTo>
                    <a:pt x="0" y="46"/>
                    <a:pt x="417" y="14"/>
                    <a:pt x="607" y="14"/>
                  </a:cubicBezTo>
                  <a:cubicBezTo>
                    <a:pt x="607" y="14"/>
                    <a:pt x="1089" y="0"/>
                    <a:pt x="1168" y="32"/>
                  </a:cubicBezTo>
                  <a:cubicBezTo>
                    <a:pt x="1164" y="40"/>
                    <a:pt x="1164" y="40"/>
                    <a:pt x="1164" y="40"/>
                  </a:cubicBezTo>
                  <a:cubicBezTo>
                    <a:pt x="1164" y="40"/>
                    <a:pt x="1059" y="16"/>
                    <a:pt x="756" y="18"/>
                  </a:cubicBezTo>
                  <a:cubicBezTo>
                    <a:pt x="756" y="18"/>
                    <a:pt x="183" y="28"/>
                    <a:pt x="12" y="52"/>
                  </a:cubicBezTo>
                  <a:lnTo>
                    <a:pt x="0" y="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50" name="Freeform 74"/>
            <p:cNvSpPr>
              <a:spLocks/>
            </p:cNvSpPr>
            <p:nvPr userDrawn="1"/>
          </p:nvSpPr>
          <p:spPr bwMode="auto">
            <a:xfrm>
              <a:off x="6284846" y="2045402"/>
              <a:ext cx="57214" cy="69134"/>
            </a:xfrm>
            <a:custGeom>
              <a:avLst/>
              <a:gdLst>
                <a:gd name="T0" fmla="*/ 48 w 48"/>
                <a:gd name="T1" fmla="*/ 0 h 58"/>
                <a:gd name="T2" fmla="*/ 48 w 48"/>
                <a:gd name="T3" fmla="*/ 8 h 58"/>
                <a:gd name="T4" fmla="*/ 28 w 48"/>
                <a:gd name="T5" fmla="*/ 8 h 58"/>
                <a:gd name="T6" fmla="*/ 28 w 48"/>
                <a:gd name="T7" fmla="*/ 58 h 58"/>
                <a:gd name="T8" fmla="*/ 20 w 48"/>
                <a:gd name="T9" fmla="*/ 58 h 58"/>
                <a:gd name="T10" fmla="*/ 20 w 48"/>
                <a:gd name="T11" fmla="*/ 8 h 58"/>
                <a:gd name="T12" fmla="*/ 0 w 48"/>
                <a:gd name="T13" fmla="*/ 8 h 58"/>
                <a:gd name="T14" fmla="*/ 0 w 48"/>
                <a:gd name="T15" fmla="*/ 0 h 58"/>
                <a:gd name="T16" fmla="*/ 48 w 48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8">
                  <a:moveTo>
                    <a:pt x="48" y="0"/>
                  </a:moveTo>
                  <a:lnTo>
                    <a:pt x="48" y="8"/>
                  </a:lnTo>
                  <a:lnTo>
                    <a:pt x="28" y="8"/>
                  </a:lnTo>
                  <a:lnTo>
                    <a:pt x="28" y="58"/>
                  </a:lnTo>
                  <a:lnTo>
                    <a:pt x="20" y="58"/>
                  </a:lnTo>
                  <a:lnTo>
                    <a:pt x="20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  <p:sp>
          <p:nvSpPr>
            <p:cNvPr id="53" name="Freeform 75"/>
            <p:cNvSpPr>
              <a:spLocks/>
            </p:cNvSpPr>
            <p:nvPr userDrawn="1"/>
          </p:nvSpPr>
          <p:spPr bwMode="auto">
            <a:xfrm>
              <a:off x="6349212" y="2045402"/>
              <a:ext cx="66750" cy="69134"/>
            </a:xfrm>
            <a:custGeom>
              <a:avLst/>
              <a:gdLst>
                <a:gd name="T0" fmla="*/ 28 w 28"/>
                <a:gd name="T1" fmla="*/ 0 h 29"/>
                <a:gd name="T2" fmla="*/ 28 w 28"/>
                <a:gd name="T3" fmla="*/ 29 h 29"/>
                <a:gd name="T4" fmla="*/ 24 w 28"/>
                <a:gd name="T5" fmla="*/ 29 h 29"/>
                <a:gd name="T6" fmla="*/ 24 w 28"/>
                <a:gd name="T7" fmla="*/ 18 h 29"/>
                <a:gd name="T8" fmla="*/ 24 w 28"/>
                <a:gd name="T9" fmla="*/ 7 h 29"/>
                <a:gd name="T10" fmla="*/ 24 w 28"/>
                <a:gd name="T11" fmla="*/ 7 h 29"/>
                <a:gd name="T12" fmla="*/ 21 w 28"/>
                <a:gd name="T13" fmla="*/ 12 h 29"/>
                <a:gd name="T14" fmla="*/ 16 w 28"/>
                <a:gd name="T15" fmla="*/ 22 h 29"/>
                <a:gd name="T16" fmla="*/ 13 w 28"/>
                <a:gd name="T17" fmla="*/ 22 h 29"/>
                <a:gd name="T18" fmla="*/ 7 w 28"/>
                <a:gd name="T19" fmla="*/ 12 h 29"/>
                <a:gd name="T20" fmla="*/ 5 w 28"/>
                <a:gd name="T21" fmla="*/ 7 h 29"/>
                <a:gd name="T22" fmla="*/ 5 w 28"/>
                <a:gd name="T23" fmla="*/ 7 h 29"/>
                <a:gd name="T24" fmla="*/ 5 w 28"/>
                <a:gd name="T25" fmla="*/ 18 h 29"/>
                <a:gd name="T26" fmla="*/ 5 w 28"/>
                <a:gd name="T27" fmla="*/ 29 h 29"/>
                <a:gd name="T28" fmla="*/ 0 w 28"/>
                <a:gd name="T29" fmla="*/ 29 h 29"/>
                <a:gd name="T30" fmla="*/ 0 w 28"/>
                <a:gd name="T31" fmla="*/ 0 h 29"/>
                <a:gd name="T32" fmla="*/ 5 w 28"/>
                <a:gd name="T33" fmla="*/ 0 h 29"/>
                <a:gd name="T34" fmla="*/ 11 w 28"/>
                <a:gd name="T35" fmla="*/ 11 h 29"/>
                <a:gd name="T36" fmla="*/ 14 w 28"/>
                <a:gd name="T37" fmla="*/ 16 h 29"/>
                <a:gd name="T38" fmla="*/ 14 w 28"/>
                <a:gd name="T39" fmla="*/ 16 h 29"/>
                <a:gd name="T40" fmla="*/ 17 w 28"/>
                <a:gd name="T41" fmla="*/ 11 h 29"/>
                <a:gd name="T42" fmla="*/ 24 w 28"/>
                <a:gd name="T43" fmla="*/ 0 h 29"/>
                <a:gd name="T44" fmla="*/ 28 w 28"/>
                <a:gd name="T4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" h="29">
                  <a:moveTo>
                    <a:pt x="28" y="0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2"/>
                    <a:pt x="24" y="7"/>
                    <a:pt x="2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4" y="7"/>
                    <a:pt x="22" y="10"/>
                    <a:pt x="21" y="1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0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12"/>
                    <a:pt x="5" y="1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4" y="15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5" y="15"/>
                    <a:pt x="17" y="11"/>
                  </a:cubicBezTo>
                  <a:cubicBezTo>
                    <a:pt x="24" y="0"/>
                    <a:pt x="24" y="0"/>
                    <a:pt x="24" y="0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800" dirty="0">
                <a:latin typeface="+mj-lt"/>
              </a:endParaRPr>
            </a:p>
          </p:txBody>
        </p:sp>
      </p:grpSp>
      <p:sp>
        <p:nvSpPr>
          <p:cNvPr id="51" name="TextBox 48"/>
          <p:cNvSpPr txBox="1">
            <a:spLocks noChangeArrowheads="1"/>
          </p:cNvSpPr>
          <p:nvPr userDrawn="1"/>
        </p:nvSpPr>
        <p:spPr bwMode="auto">
          <a:xfrm>
            <a:off x="2788958" y="4052468"/>
            <a:ext cx="6610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800" b="1" dirty="0" smtClean="0">
                <a:solidFill>
                  <a:schemeClr val="bg1"/>
                </a:solidFill>
                <a:latin typeface="+mj-lt"/>
              </a:rPr>
              <a:t>$7.3 </a:t>
            </a:r>
            <a:r>
              <a:rPr lang="en-US" sz="1800" dirty="0" smtClean="0">
                <a:solidFill>
                  <a:schemeClr val="bg1"/>
                </a:solidFill>
                <a:latin typeface="+mj-lt"/>
              </a:rPr>
              <a:t>BILLION ENTERPRISE | </a:t>
            </a:r>
            <a:r>
              <a:rPr lang="en-US" sz="1800" b="1" dirty="0" smtClean="0">
                <a:solidFill>
                  <a:schemeClr val="bg1"/>
                </a:solidFill>
                <a:latin typeface="+mj-lt"/>
              </a:rPr>
              <a:t>115,000</a:t>
            </a:r>
            <a:r>
              <a:rPr lang="en-US" sz="1800" dirty="0" smtClean="0">
                <a:solidFill>
                  <a:schemeClr val="bg1"/>
                </a:solidFill>
                <a:latin typeface="+mj-lt"/>
              </a:rPr>
              <a:t> IDEAPRENEURS | </a:t>
            </a:r>
            <a:r>
              <a:rPr lang="en-US" sz="1800" b="1" dirty="0" smtClean="0">
                <a:solidFill>
                  <a:schemeClr val="bg1"/>
                </a:solidFill>
                <a:latin typeface="+mj-lt"/>
              </a:rPr>
              <a:t>32</a:t>
            </a:r>
            <a:r>
              <a:rPr lang="en-US" sz="1800" dirty="0" smtClean="0">
                <a:solidFill>
                  <a:schemeClr val="bg1"/>
                </a:solidFill>
                <a:latin typeface="+mj-lt"/>
              </a:rPr>
              <a:t> COUNTRIES</a:t>
            </a:r>
          </a:p>
        </p:txBody>
      </p:sp>
    </p:spTree>
    <p:extLst>
      <p:ext uri="{BB962C8B-B14F-4D97-AF65-F5344CB8AC3E}">
        <p14:creationId xmlns:p14="http://schemas.microsoft.com/office/powerpoint/2010/main" val="34742824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8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294" y="1117605"/>
            <a:ext cx="11376237" cy="497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79412" y="30518"/>
            <a:ext cx="11430000" cy="75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b" anchorCtr="0" compatLnSpc="1">
            <a:prstTxWarp prst="textNoShape">
              <a:avLst/>
            </a:prstTxWarp>
          </a:bodyPr>
          <a:lstStyle/>
          <a:p>
            <a:pPr marL="0" lvl="0" defTabSz="609585" eaLnBrk="1" latinLnBrk="0" hangingPunct="1">
              <a:buNone/>
            </a:pPr>
            <a:r>
              <a:rPr lang="en-US" dirty="0"/>
              <a:t>Click to edit Master title style</a:t>
            </a:r>
          </a:p>
        </p:txBody>
      </p:sp>
      <p:cxnSp>
        <p:nvCxnSpPr>
          <p:cNvPr id="19" name="Straight Connector 18"/>
          <p:cNvCxnSpPr/>
          <p:nvPr userDrawn="1"/>
        </p:nvCxnSpPr>
        <p:spPr bwMode="auto">
          <a:xfrm>
            <a:off x="626533" y="6577016"/>
            <a:ext cx="0" cy="2809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sm" len="sm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 userDrawn="1"/>
        </p:nvSpPr>
        <p:spPr>
          <a:xfrm>
            <a:off x="65618" y="6569081"/>
            <a:ext cx="438149" cy="235449"/>
          </a:xfrm>
          <a:prstGeom prst="rect">
            <a:avLst/>
          </a:prstGeom>
        </p:spPr>
        <p:txBody>
          <a:bodyPr rIns="0">
            <a:spAutoFit/>
          </a:bodyPr>
          <a:lstStyle>
            <a:defPPr>
              <a:defRPr lang="en-US"/>
            </a:defPPr>
            <a:lvl1pPr algn="r">
              <a:defRPr sz="800">
                <a:latin typeface="+mj-lt"/>
                <a:ea typeface="Verdana" pitchFamily="34" charset="0"/>
                <a:cs typeface="Verdana" pitchFamily="34" charset="0"/>
              </a:defRPr>
            </a:lvl1pPr>
          </a:lstStyle>
          <a:p>
            <a:pPr>
              <a:defRPr/>
            </a:pPr>
            <a:fld id="{533B120D-C22C-43C1-97A5-1D247EFB43E2}" type="slidenum">
              <a:rPr lang="en-US" sz="93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pPr>
                <a:defRPr/>
              </a:pPr>
              <a:t>‹#›</a:t>
            </a:fld>
            <a:endParaRPr lang="en-US" sz="93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79644" y="6495219"/>
            <a:ext cx="1144475" cy="268970"/>
          </a:xfrm>
          <a:prstGeom prst="rect">
            <a:avLst/>
          </a:prstGeom>
        </p:spPr>
      </p:pic>
      <p:cxnSp>
        <p:nvCxnSpPr>
          <p:cNvPr id="21" name="Straight Connector 20"/>
          <p:cNvCxnSpPr/>
          <p:nvPr userDrawn="1"/>
        </p:nvCxnSpPr>
        <p:spPr bwMode="auto">
          <a:xfrm>
            <a:off x="379412" y="785495"/>
            <a:ext cx="1143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529B"/>
            </a:solidFill>
            <a:prstDash val="solid"/>
            <a:miter lim="800000"/>
            <a:headEnd type="none" w="sm" len="sm"/>
            <a:tailEnd type="none" w="med" len="med"/>
          </a:ln>
          <a:effectLst/>
        </p:spPr>
      </p:cxnSp>
      <p:sp>
        <p:nvSpPr>
          <p:cNvPr id="22" name="Rectangle 6"/>
          <p:cNvSpPr>
            <a:spLocks/>
          </p:cNvSpPr>
          <p:nvPr userDrawn="1"/>
        </p:nvSpPr>
        <p:spPr bwMode="auto">
          <a:xfrm>
            <a:off x="8622678" y="6597039"/>
            <a:ext cx="315809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rIns="0">
            <a:spAutoFit/>
          </a:bodyPr>
          <a:lstStyle/>
          <a:p>
            <a:pPr algn="r"/>
            <a:r>
              <a:rPr lang="en-US" sz="900" dirty="0">
                <a:latin typeface="Calibri" panose="020F0502020204030204" pitchFamily="34" charset="0"/>
                <a:ea typeface="Verdana" pitchFamily="34" charset="0"/>
                <a:cs typeface="Calibri" panose="020F0502020204030204" pitchFamily="34" charset="0"/>
              </a:rPr>
              <a:t>Copyright © 2017 HCL Technologies Limited  |  www.hcltech.com</a:t>
            </a:r>
          </a:p>
        </p:txBody>
      </p:sp>
      <p:grpSp>
        <p:nvGrpSpPr>
          <p:cNvPr id="23" name="Group 5"/>
          <p:cNvGrpSpPr>
            <a:grpSpLocks noChangeAspect="1"/>
          </p:cNvGrpSpPr>
          <p:nvPr userDrawn="1"/>
        </p:nvGrpSpPr>
        <p:grpSpPr bwMode="auto">
          <a:xfrm>
            <a:off x="10831204" y="6446252"/>
            <a:ext cx="943221" cy="160337"/>
            <a:chOff x="5094" y="3939"/>
            <a:chExt cx="1488" cy="255"/>
          </a:xfrm>
        </p:grpSpPr>
        <p:sp>
          <p:nvSpPr>
            <p:cNvPr id="24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5094" y="3939"/>
              <a:ext cx="148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600">
                <a:latin typeface="Calibri" panose="020F050202020403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 userDrawn="1"/>
          </p:nvSpPr>
          <p:spPr bwMode="auto">
            <a:xfrm>
              <a:off x="5122" y="3965"/>
              <a:ext cx="555" cy="194"/>
            </a:xfrm>
            <a:custGeom>
              <a:avLst/>
              <a:gdLst>
                <a:gd name="T0" fmla="*/ 0 w 555"/>
                <a:gd name="T1" fmla="*/ 194 h 194"/>
                <a:gd name="T2" fmla="*/ 156 w 555"/>
                <a:gd name="T3" fmla="*/ 194 h 194"/>
                <a:gd name="T4" fmla="*/ 189 w 555"/>
                <a:gd name="T5" fmla="*/ 116 h 194"/>
                <a:gd name="T6" fmla="*/ 343 w 555"/>
                <a:gd name="T7" fmla="*/ 116 h 194"/>
                <a:gd name="T8" fmla="*/ 310 w 555"/>
                <a:gd name="T9" fmla="*/ 194 h 194"/>
                <a:gd name="T10" fmla="*/ 468 w 555"/>
                <a:gd name="T11" fmla="*/ 194 h 194"/>
                <a:gd name="T12" fmla="*/ 555 w 555"/>
                <a:gd name="T13" fmla="*/ 0 h 194"/>
                <a:gd name="T14" fmla="*/ 395 w 555"/>
                <a:gd name="T15" fmla="*/ 0 h 194"/>
                <a:gd name="T16" fmla="*/ 366 w 555"/>
                <a:gd name="T17" fmla="*/ 66 h 194"/>
                <a:gd name="T18" fmla="*/ 213 w 555"/>
                <a:gd name="T19" fmla="*/ 66 h 194"/>
                <a:gd name="T20" fmla="*/ 241 w 555"/>
                <a:gd name="T21" fmla="*/ 0 h 194"/>
                <a:gd name="T22" fmla="*/ 85 w 555"/>
                <a:gd name="T23" fmla="*/ 0 h 194"/>
                <a:gd name="T24" fmla="*/ 0 w 555"/>
                <a:gd name="T25" fmla="*/ 194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5" h="194">
                  <a:moveTo>
                    <a:pt x="0" y="194"/>
                  </a:moveTo>
                  <a:lnTo>
                    <a:pt x="156" y="194"/>
                  </a:lnTo>
                  <a:lnTo>
                    <a:pt x="189" y="116"/>
                  </a:lnTo>
                  <a:lnTo>
                    <a:pt x="343" y="116"/>
                  </a:lnTo>
                  <a:lnTo>
                    <a:pt x="310" y="194"/>
                  </a:lnTo>
                  <a:lnTo>
                    <a:pt x="468" y="194"/>
                  </a:lnTo>
                  <a:lnTo>
                    <a:pt x="555" y="0"/>
                  </a:lnTo>
                  <a:lnTo>
                    <a:pt x="395" y="0"/>
                  </a:lnTo>
                  <a:lnTo>
                    <a:pt x="366" y="66"/>
                  </a:lnTo>
                  <a:lnTo>
                    <a:pt x="213" y="66"/>
                  </a:lnTo>
                  <a:lnTo>
                    <a:pt x="241" y="0"/>
                  </a:lnTo>
                  <a:lnTo>
                    <a:pt x="85" y="0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600">
                <a:latin typeface="Calibri" panose="020F050202020403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 userDrawn="1"/>
          </p:nvSpPr>
          <p:spPr bwMode="auto">
            <a:xfrm>
              <a:off x="5649" y="3949"/>
              <a:ext cx="524" cy="222"/>
            </a:xfrm>
            <a:custGeom>
              <a:avLst/>
              <a:gdLst>
                <a:gd name="T0" fmla="*/ 885 w 222"/>
                <a:gd name="T1" fmla="*/ 196 h 94"/>
                <a:gd name="T2" fmla="*/ 1237 w 222"/>
                <a:gd name="T3" fmla="*/ 196 h 94"/>
                <a:gd name="T4" fmla="*/ 1015 w 222"/>
                <a:gd name="T5" fmla="*/ 45 h 94"/>
                <a:gd name="T6" fmla="*/ 189 w 222"/>
                <a:gd name="T7" fmla="*/ 139 h 94"/>
                <a:gd name="T8" fmla="*/ 172 w 222"/>
                <a:gd name="T9" fmla="*/ 458 h 94"/>
                <a:gd name="T10" fmla="*/ 852 w 222"/>
                <a:gd name="T11" fmla="*/ 484 h 94"/>
                <a:gd name="T12" fmla="*/ 1164 w 222"/>
                <a:gd name="T13" fmla="*/ 345 h 94"/>
                <a:gd name="T14" fmla="*/ 807 w 222"/>
                <a:gd name="T15" fmla="*/ 345 h 94"/>
                <a:gd name="T16" fmla="*/ 630 w 222"/>
                <a:gd name="T17" fmla="*/ 401 h 94"/>
                <a:gd name="T18" fmla="*/ 439 w 222"/>
                <a:gd name="T19" fmla="*/ 267 h 94"/>
                <a:gd name="T20" fmla="*/ 701 w 222"/>
                <a:gd name="T21" fmla="*/ 139 h 94"/>
                <a:gd name="T22" fmla="*/ 885 w 222"/>
                <a:gd name="T23" fmla="*/ 196 h 9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94">
                  <a:moveTo>
                    <a:pt x="159" y="35"/>
                  </a:moveTo>
                  <a:cubicBezTo>
                    <a:pt x="222" y="35"/>
                    <a:pt x="222" y="35"/>
                    <a:pt x="222" y="35"/>
                  </a:cubicBezTo>
                  <a:cubicBezTo>
                    <a:pt x="221" y="21"/>
                    <a:pt x="208" y="12"/>
                    <a:pt x="182" y="8"/>
                  </a:cubicBezTo>
                  <a:cubicBezTo>
                    <a:pt x="130" y="0"/>
                    <a:pt x="74" y="3"/>
                    <a:pt x="34" y="25"/>
                  </a:cubicBezTo>
                  <a:cubicBezTo>
                    <a:pt x="2" y="43"/>
                    <a:pt x="0" y="69"/>
                    <a:pt x="31" y="82"/>
                  </a:cubicBezTo>
                  <a:cubicBezTo>
                    <a:pt x="58" y="93"/>
                    <a:pt x="113" y="94"/>
                    <a:pt x="153" y="87"/>
                  </a:cubicBezTo>
                  <a:cubicBezTo>
                    <a:pt x="179" y="83"/>
                    <a:pt x="198" y="74"/>
                    <a:pt x="209" y="62"/>
                  </a:cubicBezTo>
                  <a:cubicBezTo>
                    <a:pt x="145" y="62"/>
                    <a:pt x="145" y="62"/>
                    <a:pt x="145" y="62"/>
                  </a:cubicBezTo>
                  <a:cubicBezTo>
                    <a:pt x="137" y="68"/>
                    <a:pt x="126" y="71"/>
                    <a:pt x="113" y="72"/>
                  </a:cubicBezTo>
                  <a:cubicBezTo>
                    <a:pt x="77" y="72"/>
                    <a:pt x="72" y="61"/>
                    <a:pt x="79" y="48"/>
                  </a:cubicBezTo>
                  <a:cubicBezTo>
                    <a:pt x="86" y="34"/>
                    <a:pt x="102" y="25"/>
                    <a:pt x="126" y="25"/>
                  </a:cubicBezTo>
                  <a:cubicBezTo>
                    <a:pt x="145" y="24"/>
                    <a:pt x="154" y="28"/>
                    <a:pt x="159" y="35"/>
                  </a:cubicBez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600">
                <a:latin typeface="Calibri" panose="020F050202020403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 userDrawn="1"/>
          </p:nvSpPr>
          <p:spPr bwMode="auto">
            <a:xfrm>
              <a:off x="6162" y="3965"/>
              <a:ext cx="403" cy="194"/>
            </a:xfrm>
            <a:custGeom>
              <a:avLst/>
              <a:gdLst>
                <a:gd name="T0" fmla="*/ 248 w 403"/>
                <a:gd name="T1" fmla="*/ 0 h 194"/>
                <a:gd name="T2" fmla="*/ 181 w 403"/>
                <a:gd name="T3" fmla="*/ 146 h 194"/>
                <a:gd name="T4" fmla="*/ 403 w 403"/>
                <a:gd name="T5" fmla="*/ 146 h 194"/>
                <a:gd name="T6" fmla="*/ 385 w 403"/>
                <a:gd name="T7" fmla="*/ 194 h 194"/>
                <a:gd name="T8" fmla="*/ 0 w 403"/>
                <a:gd name="T9" fmla="*/ 194 h 194"/>
                <a:gd name="T10" fmla="*/ 87 w 403"/>
                <a:gd name="T11" fmla="*/ 0 h 194"/>
                <a:gd name="T12" fmla="*/ 248 w 403"/>
                <a:gd name="T13" fmla="*/ 0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3" h="194">
                  <a:moveTo>
                    <a:pt x="248" y="0"/>
                  </a:moveTo>
                  <a:lnTo>
                    <a:pt x="181" y="146"/>
                  </a:lnTo>
                  <a:lnTo>
                    <a:pt x="403" y="146"/>
                  </a:lnTo>
                  <a:lnTo>
                    <a:pt x="385" y="194"/>
                  </a:lnTo>
                  <a:lnTo>
                    <a:pt x="0" y="194"/>
                  </a:lnTo>
                  <a:lnTo>
                    <a:pt x="87" y="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60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938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6" r:id="rId2"/>
    <p:sldLayoutId id="2147483695" r:id="rId3"/>
    <p:sldLayoutId id="2147483707" r:id="rId4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b="1" kern="1200" cap="none" baseline="0" dirty="0" smtClean="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5pPr>
      <a:lvl6pPr marL="457088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914175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371255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828343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345990" indent="-345990" algn="l" rtl="0" eaLnBrk="0" fontAlgn="base" hangingPunct="0">
        <a:spcBef>
          <a:spcPct val="100000"/>
        </a:spcBef>
        <a:spcAft>
          <a:spcPct val="0"/>
        </a:spcAft>
        <a:buClr>
          <a:schemeClr val="tx1"/>
        </a:buClr>
        <a:buFont typeface="Webdings" panose="05030102010509060703" pitchFamily="18" charset="2"/>
        <a:buChar char="4"/>
        <a:defRPr sz="2002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568185" indent="-228540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800">
          <a:solidFill>
            <a:schemeClr val="tx1"/>
          </a:solidFill>
          <a:latin typeface="Calibri" panose="020F0502020204030204" pitchFamily="34" charset="0"/>
        </a:defRPr>
      </a:lvl2pPr>
      <a:lvl3pPr marL="798315" indent="-228540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800">
          <a:solidFill>
            <a:schemeClr val="tx1"/>
          </a:solidFill>
          <a:latin typeface="Calibri" panose="020F0502020204030204" pitchFamily="34" charset="0"/>
        </a:defRPr>
      </a:lvl3pPr>
      <a:lvl4pPr marL="904650" indent="-219023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4pPr>
      <a:lvl5pPr marL="1133190" indent="-219023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5pPr>
      <a:lvl6pPr marL="1590278" indent="-219023" algn="l" rtl="0" fontAlgn="base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3">
          <a:solidFill>
            <a:schemeClr val="tx1"/>
          </a:solidFill>
          <a:latin typeface="+mn-lt"/>
        </a:defRPr>
      </a:lvl6pPr>
      <a:lvl7pPr marL="2047365" indent="-219023" algn="l" rtl="0" fontAlgn="base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3">
          <a:solidFill>
            <a:schemeClr val="tx1"/>
          </a:solidFill>
          <a:latin typeface="+mn-lt"/>
        </a:defRPr>
      </a:lvl7pPr>
      <a:lvl8pPr marL="2504445" indent="-219023" algn="l" rtl="0" fontAlgn="base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3">
          <a:solidFill>
            <a:schemeClr val="tx1"/>
          </a:solidFill>
          <a:latin typeface="+mn-lt"/>
        </a:defRPr>
      </a:lvl8pPr>
      <a:lvl9pPr marL="2961533" indent="-219023" algn="l" rtl="0" fontAlgn="base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294" y="1117605"/>
            <a:ext cx="11376237" cy="497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06294" y="43965"/>
            <a:ext cx="11376237" cy="75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cxnSp>
        <p:nvCxnSpPr>
          <p:cNvPr id="3" name="Straight Connector 2"/>
          <p:cNvCxnSpPr/>
          <p:nvPr userDrawn="1"/>
        </p:nvCxnSpPr>
        <p:spPr bwMode="auto">
          <a:xfrm>
            <a:off x="0" y="868680"/>
            <a:ext cx="1218895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 userDrawn="1"/>
        </p:nvCxnSpPr>
        <p:spPr bwMode="auto">
          <a:xfrm>
            <a:off x="626533" y="6577016"/>
            <a:ext cx="0" cy="2809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sm" len="sm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 userDrawn="1"/>
        </p:nvSpPr>
        <p:spPr>
          <a:xfrm>
            <a:off x="65618" y="6569081"/>
            <a:ext cx="438149" cy="235449"/>
          </a:xfrm>
          <a:prstGeom prst="rect">
            <a:avLst/>
          </a:prstGeom>
        </p:spPr>
        <p:txBody>
          <a:bodyPr rIns="0">
            <a:spAutoFit/>
          </a:bodyPr>
          <a:lstStyle>
            <a:defPPr>
              <a:defRPr lang="en-US"/>
            </a:defPPr>
            <a:lvl1pPr algn="r">
              <a:defRPr sz="800">
                <a:latin typeface="+mj-lt"/>
                <a:ea typeface="Verdana" pitchFamily="34" charset="0"/>
                <a:cs typeface="Verdana" pitchFamily="34" charset="0"/>
              </a:defRPr>
            </a:lvl1pPr>
          </a:lstStyle>
          <a:p>
            <a:pPr>
              <a:defRPr/>
            </a:pPr>
            <a:fld id="{533B120D-C22C-43C1-97A5-1D247EFB43E2}" type="slidenum">
              <a:rPr lang="en-US" sz="93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pPr>
                <a:defRPr/>
              </a:pPr>
              <a:t>‹#›</a:t>
            </a:fld>
            <a:endParaRPr lang="en-US" sz="93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3" name="Rectangle 12"/>
          <p:cNvSpPr>
            <a:spLocks/>
          </p:cNvSpPr>
          <p:nvPr userDrawn="1"/>
        </p:nvSpPr>
        <p:spPr>
          <a:xfrm>
            <a:off x="8276818" y="6576281"/>
            <a:ext cx="3500317" cy="245901"/>
          </a:xfrm>
          <a:prstGeom prst="rect">
            <a:avLst/>
          </a:prstGeom>
          <a:noFill/>
          <a:ln>
            <a:noFill/>
          </a:ln>
        </p:spPr>
        <p:txBody>
          <a:bodyPr wrap="none" rIns="0">
            <a:spAutoFit/>
          </a:bodyPr>
          <a:lstStyle/>
          <a:p>
            <a:pPr lvl="0" algn="r" defTabSz="1217310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998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Segoe UI" panose="020B0502040204020203" pitchFamily="34" charset="0"/>
              </a:rPr>
              <a:t>Copyright © 2017 HCL Technologies Limited  |  www.hcltech.com</a:t>
            </a:r>
            <a:endParaRPr lang="en-US" sz="998" kern="12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4" name="Group 5"/>
          <p:cNvGrpSpPr>
            <a:grpSpLocks noChangeAspect="1"/>
          </p:cNvGrpSpPr>
          <p:nvPr userDrawn="1"/>
        </p:nvGrpSpPr>
        <p:grpSpPr bwMode="auto">
          <a:xfrm>
            <a:off x="10519834" y="6372023"/>
            <a:ext cx="1257301" cy="213780"/>
            <a:chOff x="5094" y="3939"/>
            <a:chExt cx="1488" cy="255"/>
          </a:xfrm>
        </p:grpSpPr>
        <p:sp>
          <p:nvSpPr>
            <p:cNvPr id="15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5094" y="3939"/>
              <a:ext cx="148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6398" dirty="0">
                <a:latin typeface="+mj-lt"/>
              </a:endParaRPr>
            </a:p>
          </p:txBody>
        </p:sp>
        <p:sp>
          <p:nvSpPr>
            <p:cNvPr id="16" name="Freeform 6"/>
            <p:cNvSpPr>
              <a:spLocks/>
            </p:cNvSpPr>
            <p:nvPr userDrawn="1"/>
          </p:nvSpPr>
          <p:spPr bwMode="auto">
            <a:xfrm>
              <a:off x="5122" y="3965"/>
              <a:ext cx="555" cy="194"/>
            </a:xfrm>
            <a:custGeom>
              <a:avLst/>
              <a:gdLst>
                <a:gd name="T0" fmla="*/ 0 w 555"/>
                <a:gd name="T1" fmla="*/ 194 h 194"/>
                <a:gd name="T2" fmla="*/ 156 w 555"/>
                <a:gd name="T3" fmla="*/ 194 h 194"/>
                <a:gd name="T4" fmla="*/ 189 w 555"/>
                <a:gd name="T5" fmla="*/ 116 h 194"/>
                <a:gd name="T6" fmla="*/ 343 w 555"/>
                <a:gd name="T7" fmla="*/ 116 h 194"/>
                <a:gd name="T8" fmla="*/ 310 w 555"/>
                <a:gd name="T9" fmla="*/ 194 h 194"/>
                <a:gd name="T10" fmla="*/ 468 w 555"/>
                <a:gd name="T11" fmla="*/ 194 h 194"/>
                <a:gd name="T12" fmla="*/ 555 w 555"/>
                <a:gd name="T13" fmla="*/ 0 h 194"/>
                <a:gd name="T14" fmla="*/ 395 w 555"/>
                <a:gd name="T15" fmla="*/ 0 h 194"/>
                <a:gd name="T16" fmla="*/ 366 w 555"/>
                <a:gd name="T17" fmla="*/ 66 h 194"/>
                <a:gd name="T18" fmla="*/ 213 w 555"/>
                <a:gd name="T19" fmla="*/ 66 h 194"/>
                <a:gd name="T20" fmla="*/ 241 w 555"/>
                <a:gd name="T21" fmla="*/ 0 h 194"/>
                <a:gd name="T22" fmla="*/ 85 w 555"/>
                <a:gd name="T23" fmla="*/ 0 h 194"/>
                <a:gd name="T24" fmla="*/ 0 w 555"/>
                <a:gd name="T25" fmla="*/ 194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5" h="194">
                  <a:moveTo>
                    <a:pt x="0" y="194"/>
                  </a:moveTo>
                  <a:lnTo>
                    <a:pt x="156" y="194"/>
                  </a:lnTo>
                  <a:lnTo>
                    <a:pt x="189" y="116"/>
                  </a:lnTo>
                  <a:lnTo>
                    <a:pt x="343" y="116"/>
                  </a:lnTo>
                  <a:lnTo>
                    <a:pt x="310" y="194"/>
                  </a:lnTo>
                  <a:lnTo>
                    <a:pt x="468" y="194"/>
                  </a:lnTo>
                  <a:lnTo>
                    <a:pt x="555" y="0"/>
                  </a:lnTo>
                  <a:lnTo>
                    <a:pt x="395" y="0"/>
                  </a:lnTo>
                  <a:lnTo>
                    <a:pt x="366" y="66"/>
                  </a:lnTo>
                  <a:lnTo>
                    <a:pt x="213" y="66"/>
                  </a:lnTo>
                  <a:lnTo>
                    <a:pt x="241" y="0"/>
                  </a:lnTo>
                  <a:lnTo>
                    <a:pt x="85" y="0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6398" dirty="0">
                <a:latin typeface="+mj-lt"/>
              </a:endParaRPr>
            </a:p>
          </p:txBody>
        </p:sp>
        <p:sp>
          <p:nvSpPr>
            <p:cNvPr id="17" name="Freeform 7"/>
            <p:cNvSpPr>
              <a:spLocks/>
            </p:cNvSpPr>
            <p:nvPr userDrawn="1"/>
          </p:nvSpPr>
          <p:spPr bwMode="auto">
            <a:xfrm>
              <a:off x="5649" y="3949"/>
              <a:ext cx="524" cy="222"/>
            </a:xfrm>
            <a:custGeom>
              <a:avLst/>
              <a:gdLst>
                <a:gd name="T0" fmla="*/ 27472 w 222"/>
                <a:gd name="T1" fmla="*/ 6096 h 94"/>
                <a:gd name="T2" fmla="*/ 38398 w 222"/>
                <a:gd name="T3" fmla="*/ 6096 h 94"/>
                <a:gd name="T4" fmla="*/ 31506 w 222"/>
                <a:gd name="T5" fmla="*/ 1393 h 94"/>
                <a:gd name="T6" fmla="*/ 5865 w 222"/>
                <a:gd name="T7" fmla="*/ 4322 h 94"/>
                <a:gd name="T8" fmla="*/ 5337 w 222"/>
                <a:gd name="T9" fmla="*/ 14251 h 94"/>
                <a:gd name="T10" fmla="*/ 26448 w 222"/>
                <a:gd name="T11" fmla="*/ 15053 h 94"/>
                <a:gd name="T12" fmla="*/ 36125 w 222"/>
                <a:gd name="T13" fmla="*/ 10736 h 94"/>
                <a:gd name="T14" fmla="*/ 25048 w 222"/>
                <a:gd name="T15" fmla="*/ 10736 h 94"/>
                <a:gd name="T16" fmla="*/ 19556 w 222"/>
                <a:gd name="T17" fmla="*/ 12477 h 94"/>
                <a:gd name="T18" fmla="*/ 13622 w 222"/>
                <a:gd name="T19" fmla="*/ 8311 h 94"/>
                <a:gd name="T20" fmla="*/ 21763 w 222"/>
                <a:gd name="T21" fmla="*/ 4322 h 94"/>
                <a:gd name="T22" fmla="*/ 27472 w 222"/>
                <a:gd name="T23" fmla="*/ 6096 h 9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94">
                  <a:moveTo>
                    <a:pt x="159" y="35"/>
                  </a:moveTo>
                  <a:cubicBezTo>
                    <a:pt x="222" y="35"/>
                    <a:pt x="222" y="35"/>
                    <a:pt x="222" y="35"/>
                  </a:cubicBezTo>
                  <a:cubicBezTo>
                    <a:pt x="221" y="21"/>
                    <a:pt x="208" y="12"/>
                    <a:pt x="182" y="8"/>
                  </a:cubicBezTo>
                  <a:cubicBezTo>
                    <a:pt x="130" y="0"/>
                    <a:pt x="74" y="3"/>
                    <a:pt x="34" y="25"/>
                  </a:cubicBezTo>
                  <a:cubicBezTo>
                    <a:pt x="2" y="43"/>
                    <a:pt x="0" y="69"/>
                    <a:pt x="31" y="82"/>
                  </a:cubicBezTo>
                  <a:cubicBezTo>
                    <a:pt x="58" y="93"/>
                    <a:pt x="113" y="94"/>
                    <a:pt x="153" y="87"/>
                  </a:cubicBezTo>
                  <a:cubicBezTo>
                    <a:pt x="179" y="83"/>
                    <a:pt x="198" y="74"/>
                    <a:pt x="209" y="62"/>
                  </a:cubicBezTo>
                  <a:cubicBezTo>
                    <a:pt x="145" y="62"/>
                    <a:pt x="145" y="62"/>
                    <a:pt x="145" y="62"/>
                  </a:cubicBezTo>
                  <a:cubicBezTo>
                    <a:pt x="137" y="68"/>
                    <a:pt x="126" y="71"/>
                    <a:pt x="113" y="72"/>
                  </a:cubicBezTo>
                  <a:cubicBezTo>
                    <a:pt x="77" y="72"/>
                    <a:pt x="72" y="61"/>
                    <a:pt x="79" y="48"/>
                  </a:cubicBezTo>
                  <a:cubicBezTo>
                    <a:pt x="86" y="34"/>
                    <a:pt x="102" y="25"/>
                    <a:pt x="126" y="25"/>
                  </a:cubicBezTo>
                  <a:cubicBezTo>
                    <a:pt x="145" y="24"/>
                    <a:pt x="154" y="28"/>
                    <a:pt x="159" y="35"/>
                  </a:cubicBez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6398" dirty="0">
                <a:latin typeface="+mj-lt"/>
              </a:endParaRPr>
            </a:p>
          </p:txBody>
        </p:sp>
        <p:sp>
          <p:nvSpPr>
            <p:cNvPr id="18" name="Freeform 8"/>
            <p:cNvSpPr>
              <a:spLocks/>
            </p:cNvSpPr>
            <p:nvPr userDrawn="1"/>
          </p:nvSpPr>
          <p:spPr bwMode="auto">
            <a:xfrm>
              <a:off x="6162" y="3965"/>
              <a:ext cx="403" cy="194"/>
            </a:xfrm>
            <a:custGeom>
              <a:avLst/>
              <a:gdLst>
                <a:gd name="T0" fmla="*/ 248 w 403"/>
                <a:gd name="T1" fmla="*/ 0 h 194"/>
                <a:gd name="T2" fmla="*/ 181 w 403"/>
                <a:gd name="T3" fmla="*/ 146 h 194"/>
                <a:gd name="T4" fmla="*/ 403 w 403"/>
                <a:gd name="T5" fmla="*/ 146 h 194"/>
                <a:gd name="T6" fmla="*/ 385 w 403"/>
                <a:gd name="T7" fmla="*/ 194 h 194"/>
                <a:gd name="T8" fmla="*/ 0 w 403"/>
                <a:gd name="T9" fmla="*/ 194 h 194"/>
                <a:gd name="T10" fmla="*/ 87 w 403"/>
                <a:gd name="T11" fmla="*/ 0 h 194"/>
                <a:gd name="T12" fmla="*/ 248 w 403"/>
                <a:gd name="T13" fmla="*/ 0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3" h="194">
                  <a:moveTo>
                    <a:pt x="248" y="0"/>
                  </a:moveTo>
                  <a:lnTo>
                    <a:pt x="181" y="146"/>
                  </a:lnTo>
                  <a:lnTo>
                    <a:pt x="403" y="146"/>
                  </a:lnTo>
                  <a:lnTo>
                    <a:pt x="385" y="194"/>
                  </a:lnTo>
                  <a:lnTo>
                    <a:pt x="0" y="194"/>
                  </a:lnTo>
                  <a:lnTo>
                    <a:pt x="87" y="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005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6398" dirty="0">
                <a:latin typeface="+mj-lt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39303" y="6372023"/>
            <a:ext cx="1144475" cy="26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6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798" b="0" cap="none" baseline="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29B"/>
          </a:solidFill>
          <a:latin typeface="Novecento Book" pitchFamily="50" charset="0"/>
        </a:defRPr>
      </a:lvl5pPr>
      <a:lvl6pPr marL="457088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914175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371255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828343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345990" indent="-345990" algn="l" rtl="0" eaLnBrk="0" fontAlgn="base" hangingPunct="0">
        <a:spcBef>
          <a:spcPct val="100000"/>
        </a:spcBef>
        <a:spcAft>
          <a:spcPct val="0"/>
        </a:spcAft>
        <a:buClr>
          <a:schemeClr val="tx1"/>
        </a:buClr>
        <a:buFont typeface="Webdings" panose="05030102010509060703" pitchFamily="18" charset="2"/>
        <a:buChar char="4"/>
        <a:defRPr sz="2002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568185" indent="-228540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800">
          <a:solidFill>
            <a:schemeClr val="tx1"/>
          </a:solidFill>
          <a:latin typeface="Calibri" panose="020F0502020204030204" pitchFamily="34" charset="0"/>
        </a:defRPr>
      </a:lvl2pPr>
      <a:lvl3pPr marL="798315" indent="-228540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800">
          <a:solidFill>
            <a:schemeClr val="tx1"/>
          </a:solidFill>
          <a:latin typeface="Calibri" panose="020F0502020204030204" pitchFamily="34" charset="0"/>
        </a:defRPr>
      </a:lvl3pPr>
      <a:lvl4pPr marL="904650" indent="-219023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4pPr>
      <a:lvl5pPr marL="1133190" indent="-219023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5pPr>
      <a:lvl6pPr marL="1590278" indent="-219023" algn="l" rtl="0" fontAlgn="base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3">
          <a:solidFill>
            <a:schemeClr val="tx1"/>
          </a:solidFill>
          <a:latin typeface="+mn-lt"/>
        </a:defRPr>
      </a:lvl6pPr>
      <a:lvl7pPr marL="2047365" indent="-219023" algn="l" rtl="0" fontAlgn="base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3">
          <a:solidFill>
            <a:schemeClr val="tx1"/>
          </a:solidFill>
          <a:latin typeface="+mn-lt"/>
        </a:defRPr>
      </a:lvl7pPr>
      <a:lvl8pPr marL="2504445" indent="-219023" algn="l" rtl="0" fontAlgn="base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3">
          <a:solidFill>
            <a:schemeClr val="tx1"/>
          </a:solidFill>
          <a:latin typeface="+mn-lt"/>
        </a:defRPr>
      </a:lvl8pPr>
      <a:lvl9pPr marL="2961533" indent="-219023" algn="l" rtl="0" fontAlgn="base">
        <a:spcBef>
          <a:spcPct val="5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40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lombok.org/features/GetterSetter" TargetMode="External"/><Relationship Id="rId2" Type="http://schemas.openxmlformats.org/officeDocument/2006/relationships/hyperlink" Target="https://reinhard.codes/2015/07/14/project-lomboks-builder-annotation-and-generics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lombok.org/features/GetterSetter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4366" y="4955882"/>
            <a:ext cx="6052973" cy="1281263"/>
          </a:xfrm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Automation Suite Framework</a:t>
            </a:r>
            <a:br>
              <a:rPr lang="en-IN" dirty="0" smtClean="0">
                <a:solidFill>
                  <a:schemeClr val="bg1"/>
                </a:solidFill>
              </a:rPr>
            </a:br>
            <a:r>
              <a:rPr lang="en-IN" dirty="0" smtClean="0">
                <a:solidFill>
                  <a:schemeClr val="bg1"/>
                </a:solidFill>
              </a:rPr>
              <a:t>Development </a:t>
            </a:r>
            <a:r>
              <a:rPr lang="en-IN" dirty="0" smtClean="0">
                <a:solidFill>
                  <a:schemeClr val="bg1"/>
                </a:solidFill>
              </a:rPr>
              <a:t>– Ways of Working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7619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Best Practices – A glance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Layered Approach – Test Suite, Business, Data Layers</a:t>
            </a:r>
          </a:p>
          <a:p>
            <a:r>
              <a:rPr lang="en-IN" dirty="0"/>
              <a:t>Facade/Action Pattern for Business Layer</a:t>
            </a:r>
          </a:p>
          <a:p>
            <a:r>
              <a:rPr lang="en-US" dirty="0" smtClean="0"/>
              <a:t>Apache Velocity Template Engine – For Template Handling</a:t>
            </a:r>
            <a:endParaRPr lang="en-US" dirty="0"/>
          </a:p>
          <a:p>
            <a:r>
              <a:rPr lang="en-US" dirty="0" smtClean="0"/>
              <a:t>Maven - </a:t>
            </a:r>
            <a:r>
              <a:rPr lang="en-US" dirty="0" err="1" smtClean="0"/>
              <a:t>SonarQube</a:t>
            </a:r>
            <a:r>
              <a:rPr lang="en-US" dirty="0" smtClean="0"/>
              <a:t> - </a:t>
            </a:r>
            <a:r>
              <a:rPr lang="en-US" dirty="0"/>
              <a:t>Integration (</a:t>
            </a:r>
            <a:r>
              <a:rPr lang="en-US" dirty="0" smtClean="0"/>
              <a:t>Static Code Analysis)</a:t>
            </a:r>
            <a:endParaRPr lang="en-US" dirty="0"/>
          </a:p>
          <a:p>
            <a:r>
              <a:rPr lang="en-US" dirty="0"/>
              <a:t>Builder </a:t>
            </a:r>
            <a:r>
              <a:rPr lang="en-US" dirty="0" smtClean="0"/>
              <a:t>Pattern + projectlombok for Multiple Parameters Handling</a:t>
            </a:r>
          </a:p>
          <a:p>
            <a:r>
              <a:rPr lang="en-US" dirty="0" err="1" smtClean="0"/>
              <a:t>Sonarlint</a:t>
            </a:r>
            <a:r>
              <a:rPr lang="en-US" dirty="0" smtClean="0"/>
              <a:t> integrated with Eclipse (</a:t>
            </a:r>
            <a:r>
              <a:rPr lang="en-US" dirty="0"/>
              <a:t>on-the-fly feedback to developers on new bugs and quality issues injected into </a:t>
            </a:r>
            <a:r>
              <a:rPr lang="en-US" dirty="0" smtClean="0"/>
              <a:t>Java)</a:t>
            </a:r>
          </a:p>
        </p:txBody>
      </p:sp>
    </p:spTree>
    <p:extLst>
      <p:ext uri="{BB962C8B-B14F-4D97-AF65-F5344CB8AC3E}">
        <p14:creationId xmlns:p14="http://schemas.microsoft.com/office/powerpoint/2010/main" val="37773864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Ways of Working – Design related review comments by Anbarasu Venkatachalam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Builder </a:t>
            </a:r>
            <a:r>
              <a:rPr lang="en-US" sz="1800" dirty="0"/>
              <a:t>Pattern from Project Lombok to be used.  </a:t>
            </a:r>
            <a:r>
              <a:rPr lang="en-US" sz="1800" dirty="0">
                <a:hlinkClick r:id="rId2"/>
              </a:rPr>
              <a:t>https://reinhard.codes/2015/07/14/project-lomboks-builder-annotation-and-generics</a:t>
            </a:r>
            <a:r>
              <a:rPr lang="en-US" sz="1800" dirty="0" smtClean="0">
                <a:hlinkClick r:id="rId2"/>
              </a:rPr>
              <a:t>/</a:t>
            </a:r>
            <a:r>
              <a:rPr lang="en-US" sz="1800" dirty="0" smtClean="0"/>
              <a:t>  </a:t>
            </a:r>
            <a:r>
              <a:rPr lang="en-US" sz="1800" dirty="0"/>
              <a:t>Make the model as Builder so that can avoid separate Builder for each </a:t>
            </a:r>
            <a:r>
              <a:rPr lang="en-US" sz="1800" dirty="0" smtClean="0"/>
              <a:t>model – </a:t>
            </a:r>
            <a:r>
              <a:rPr lang="en-US" sz="18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Agreed with Customer</a:t>
            </a:r>
          </a:p>
          <a:p>
            <a:pPr lvl="1"/>
            <a:r>
              <a:rPr lang="en-US" dirty="0">
                <a:ea typeface="+mn-ea"/>
                <a:cs typeface="+mn-cs"/>
              </a:rPr>
              <a:t>Getter, Setter </a:t>
            </a:r>
            <a:r>
              <a:rPr lang="en-US" dirty="0" smtClean="0">
                <a:ea typeface="+mn-ea"/>
                <a:cs typeface="+mn-cs"/>
              </a:rPr>
              <a:t>from </a:t>
            </a:r>
            <a:r>
              <a:rPr lang="en-US" dirty="0">
                <a:ea typeface="+mn-ea"/>
                <a:cs typeface="+mn-cs"/>
              </a:rPr>
              <a:t>Project Lombok - </a:t>
            </a:r>
            <a:r>
              <a:rPr lang="en-US" dirty="0">
                <a:ea typeface="+mn-ea"/>
                <a:cs typeface="+mn-cs"/>
                <a:hlinkClick r:id="rId3"/>
              </a:rPr>
              <a:t>https://</a:t>
            </a:r>
            <a:r>
              <a:rPr lang="en-US" dirty="0" smtClean="0">
                <a:ea typeface="+mn-ea"/>
                <a:cs typeface="+mn-cs"/>
                <a:hlinkClick r:id="rId3"/>
              </a:rPr>
              <a:t>projectlombok.org/features/GetterSetter</a:t>
            </a:r>
            <a:r>
              <a:rPr lang="en-US" dirty="0" smtClean="0">
                <a:ea typeface="+mn-ea"/>
                <a:cs typeface="+mn-cs"/>
              </a:rPr>
              <a:t> </a:t>
            </a:r>
            <a:endParaRPr lang="en-US" dirty="0">
              <a:ea typeface="+mn-ea"/>
              <a:cs typeface="+mn-cs"/>
            </a:endParaRPr>
          </a:p>
          <a:p>
            <a:r>
              <a:rPr lang="en-US" sz="1800" dirty="0" smtClean="0"/>
              <a:t>Validation </a:t>
            </a:r>
            <a:r>
              <a:rPr lang="en-US" sz="1800" dirty="0"/>
              <a:t>Framework: Team is not following </a:t>
            </a:r>
            <a:r>
              <a:rPr lang="en-US" sz="1800" dirty="0" err="1"/>
              <a:t>inputmodelobject.compareTo</a:t>
            </a:r>
            <a:r>
              <a:rPr lang="en-US" sz="1800" dirty="0"/>
              <a:t>(</a:t>
            </a:r>
            <a:r>
              <a:rPr lang="en-US" sz="1800" dirty="0" err="1"/>
              <a:t>outputmodelobject</a:t>
            </a:r>
            <a:r>
              <a:rPr lang="en-US" sz="1800" dirty="0"/>
              <a:t>) or  </a:t>
            </a:r>
            <a:r>
              <a:rPr lang="en-US" sz="1800" dirty="0" err="1"/>
              <a:t>inputmodelobject.compareTo</a:t>
            </a:r>
            <a:r>
              <a:rPr lang="en-US" sz="1800" dirty="0"/>
              <a:t>(</a:t>
            </a:r>
            <a:r>
              <a:rPr lang="en-US" sz="1800" dirty="0" err="1"/>
              <a:t>outputmodelobject</a:t>
            </a:r>
            <a:r>
              <a:rPr lang="en-US" sz="1800" dirty="0"/>
              <a:t>, </a:t>
            </a:r>
            <a:r>
              <a:rPr lang="en-US" sz="1800" dirty="0" err="1"/>
              <a:t>propertylist</a:t>
            </a:r>
            <a:r>
              <a:rPr lang="en-US" sz="1800" dirty="0" smtClean="0"/>
              <a:t>) </a:t>
            </a:r>
            <a:r>
              <a:rPr lang="en-US" sz="1800" dirty="0"/>
              <a:t>– </a:t>
            </a:r>
            <a:r>
              <a:rPr lang="en-US" sz="1800" dirty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Agreed with Customer</a:t>
            </a:r>
          </a:p>
          <a:p>
            <a:r>
              <a:rPr lang="en-US" sz="1800" dirty="0" smtClean="0"/>
              <a:t>verifyTheBillingForStandaloneAccountGotCreatedBetween1to5Tnga01 </a:t>
            </a:r>
            <a:r>
              <a:rPr lang="en-US" sz="1800" dirty="0"/>
              <a:t>uses sleep (multiples times), team need to use </a:t>
            </a:r>
            <a:r>
              <a:rPr lang="en-US" sz="1800" dirty="0" smtClean="0"/>
              <a:t>the </a:t>
            </a:r>
            <a:r>
              <a:rPr lang="en-US" sz="1800" dirty="0" err="1" smtClean="0"/>
              <a:t>createusage</a:t>
            </a:r>
            <a:r>
              <a:rPr lang="en-US" sz="1800" dirty="0" smtClean="0"/>
              <a:t> </a:t>
            </a:r>
            <a:r>
              <a:rPr lang="en-US" sz="1800" dirty="0"/>
              <a:t>(DAO package) </a:t>
            </a:r>
            <a:r>
              <a:rPr lang="en-US" sz="1800" dirty="0" smtClean="0"/>
              <a:t>timer with </a:t>
            </a:r>
            <a:r>
              <a:rPr lang="en-US" sz="1800" dirty="0"/>
              <a:t>retry option (agreed with customer) so that </a:t>
            </a:r>
            <a:r>
              <a:rPr lang="en-US" sz="1800" dirty="0" smtClean="0"/>
              <a:t>waiting time is better handled and optimized for both best and worst case.</a:t>
            </a:r>
            <a:endParaRPr lang="en-US" sz="1800" dirty="0" smtClean="0"/>
          </a:p>
          <a:p>
            <a:r>
              <a:rPr lang="en-IN" sz="1800" dirty="0"/>
              <a:t>Multiple usage and Multiple Accounts with usage test cases like verifyTheBillingForStandaloneAccountGotCreatedBetween1to5Tnga01, verifyAccountDeconsolidationForHierarchicalAccountsTnga70, verifyTheBillingForMultipleHierarchicalAccountTnga46, verifyTheBillingForHierarchicalAccountTnga45 - should be optimized to run the </a:t>
            </a:r>
            <a:r>
              <a:rPr lang="en-IN" sz="1800" dirty="0" err="1"/>
              <a:t>generageusage</a:t>
            </a:r>
            <a:r>
              <a:rPr lang="en-IN" sz="1800" dirty="0"/>
              <a:t> </a:t>
            </a:r>
            <a:r>
              <a:rPr lang="en-IN" sz="1800" dirty="0" err="1"/>
              <a:t>unix</a:t>
            </a:r>
            <a:r>
              <a:rPr lang="en-IN" sz="1800" dirty="0"/>
              <a:t> command only once. </a:t>
            </a:r>
            <a:endParaRPr lang="en-IN" sz="1800" dirty="0" smtClean="0"/>
          </a:p>
        </p:txBody>
      </p:sp>
    </p:spTree>
    <p:extLst>
      <p:ext uri="{BB962C8B-B14F-4D97-AF65-F5344CB8AC3E}">
        <p14:creationId xmlns:p14="http://schemas.microsoft.com/office/powerpoint/2010/main" val="25574890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Builder Pattern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Requirement</a:t>
            </a:r>
            <a:r>
              <a:rPr lang="en-IN" dirty="0" smtClean="0"/>
              <a:t>: All Model classes should use @Builder annotation (From Project Lombok)</a:t>
            </a:r>
          </a:p>
          <a:p>
            <a:pPr marL="0" indent="0">
              <a:buNone/>
            </a:pPr>
            <a:r>
              <a:rPr lang="en-IN" b="1" dirty="0" smtClean="0"/>
              <a:t>Advantage: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@</a:t>
            </a:r>
            <a:r>
              <a:rPr lang="en-US" dirty="0" smtClean="0"/>
              <a:t>Builder </a:t>
            </a:r>
            <a:r>
              <a:rPr lang="en-US" dirty="0"/>
              <a:t>lets you automatically produce the code required to have your class be instantiable with code such </a:t>
            </a:r>
            <a:r>
              <a:rPr lang="en-US" dirty="0" smtClean="0"/>
              <a:t>as:</a:t>
            </a:r>
          </a:p>
          <a:p>
            <a:pPr lvl="1"/>
            <a:r>
              <a:rPr lang="en-US" dirty="0" err="1" smtClean="0"/>
              <a:t>Person.builder</a:t>
            </a:r>
            <a:r>
              <a:rPr lang="en-US" dirty="0"/>
              <a:t>().name("</a:t>
            </a:r>
            <a:r>
              <a:rPr lang="en-US" dirty="0" smtClean="0"/>
              <a:t>Adam").</a:t>
            </a:r>
            <a:r>
              <a:rPr lang="en-US" dirty="0"/>
              <a:t>city("San Francisco").job("</a:t>
            </a:r>
            <a:r>
              <a:rPr lang="en-US" dirty="0" err="1"/>
              <a:t>Mythbusters</a:t>
            </a:r>
            <a:r>
              <a:rPr lang="en-US" dirty="0"/>
              <a:t>").job("Unchained Reaction").build</a:t>
            </a:r>
            <a:r>
              <a:rPr lang="en-US" dirty="0" smtClean="0"/>
              <a:t>();</a:t>
            </a:r>
          </a:p>
          <a:p>
            <a:pPr lvl="1"/>
            <a:endParaRPr lang="en-IN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No need for separate Builder </a:t>
            </a:r>
            <a:r>
              <a:rPr lang="en-US" dirty="0" smtClean="0"/>
              <a:t>java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Eliminate # of parameters exceeded more than 7 parameters </a:t>
            </a:r>
            <a:r>
              <a:rPr lang="en-US" dirty="0" err="1" smtClean="0"/>
              <a:t>SonarQube’s</a:t>
            </a:r>
            <a:r>
              <a:rPr lang="en-US" dirty="0" smtClean="0"/>
              <a:t> quality check rule 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sz="2000" b="1" dirty="0"/>
          </a:p>
          <a:p>
            <a:pPr marL="0" indent="0">
              <a:spcBef>
                <a:spcPts val="0"/>
              </a:spcBef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268386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Builder Pattern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Ways of </a:t>
            </a:r>
            <a:r>
              <a:rPr lang="en-US" sz="2000" b="1" dirty="0" smtClean="0"/>
              <a:t>working</a:t>
            </a:r>
            <a:endParaRPr lang="en-US" sz="20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Change # 1</a:t>
            </a:r>
            <a:endParaRPr lang="en-US" sz="2000" b="1" dirty="0"/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</a:rPr>
              <a:t>@Builder</a:t>
            </a:r>
            <a:r>
              <a:rPr lang="en-IN" sz="1800" dirty="0"/>
              <a:t> – to be added before each model class declaration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public class Account { 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Change #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Remove the related Builder Class files – like AccountBuilder.java &lt;at the end of builder implementation there should not be package called builder&gt;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Change # 3 (optional)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@</a:t>
            </a:r>
            <a:r>
              <a:rPr lang="en-IN" sz="1800" dirty="0" err="1" smtClean="0"/>
              <a:t>Builder.Default</a:t>
            </a:r>
            <a:r>
              <a:rPr lang="en-IN" sz="1800" dirty="0" smtClean="0"/>
              <a:t> to be added before each field if default value is involved</a:t>
            </a:r>
            <a:endParaRPr lang="en-US" sz="1800" dirty="0" smtClean="0"/>
          </a:p>
          <a:p>
            <a:pPr marL="0" indent="0">
              <a:spcBef>
                <a:spcPts val="0"/>
              </a:spcBef>
              <a:buNone/>
            </a:pPr>
            <a:endParaRPr lang="en-US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Change # 4</a:t>
            </a: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u="sng" dirty="0" smtClean="0"/>
              <a:t>Scenario 1: Only Parent Model Class</a:t>
            </a:r>
            <a:endParaRPr lang="en-US" sz="1800" u="sng" dirty="0"/>
          </a:p>
          <a:p>
            <a:pPr marL="0" indent="0">
              <a:spcBef>
                <a:spcPts val="600"/>
              </a:spcBef>
              <a:buNone/>
            </a:pPr>
            <a:r>
              <a:rPr lang="en-IN" sz="1600" dirty="0" smtClean="0"/>
              <a:t>Account </a:t>
            </a:r>
            <a:r>
              <a:rPr lang="en-IN" sz="1600" u="sng" dirty="0" err="1" smtClean="0"/>
              <a:t>inputAccount</a:t>
            </a:r>
            <a:r>
              <a:rPr lang="en-IN" sz="1600" u="sng" dirty="0" smtClean="0"/>
              <a:t> </a:t>
            </a:r>
            <a:r>
              <a:rPr lang="en-IN" sz="1600" u="sng" dirty="0"/>
              <a:t>= </a:t>
            </a:r>
            <a:r>
              <a:rPr lang="en-IN" sz="1600" dirty="0" err="1"/>
              <a:t>Account.builder</a:t>
            </a:r>
            <a:r>
              <a:rPr lang="en-IN" sz="1600" dirty="0"/>
              <a:t>().</a:t>
            </a:r>
            <a:r>
              <a:rPr lang="en-IN" sz="1600" dirty="0" err="1"/>
              <a:t>accountType</a:t>
            </a:r>
            <a:r>
              <a:rPr lang="en-IN" sz="1600" dirty="0"/>
              <a:t>(</a:t>
            </a:r>
            <a:r>
              <a:rPr lang="en-IN" sz="1600" dirty="0" err="1">
                <a:solidFill>
                  <a:schemeClr val="accent4">
                    <a:lumMod val="75000"/>
                  </a:schemeClr>
                </a:solidFill>
              </a:rPr>
              <a:t>AccountType.DEDICATED</a:t>
            </a:r>
            <a:r>
              <a:rPr lang="en-IN" sz="1600" dirty="0"/>
              <a:t>).currency(</a:t>
            </a:r>
            <a:r>
              <a:rPr lang="en-IN" sz="1600" dirty="0">
                <a:solidFill>
                  <a:schemeClr val="accent4">
                    <a:lumMod val="75000"/>
                  </a:schemeClr>
                </a:solidFill>
              </a:rPr>
              <a:t>currency</a:t>
            </a:r>
            <a:r>
              <a:rPr lang="en-IN" sz="1600" dirty="0"/>
              <a:t>).</a:t>
            </a:r>
            <a:r>
              <a:rPr lang="en-IN" sz="1600" dirty="0" err="1"/>
              <a:t>glSegment</a:t>
            </a:r>
            <a:r>
              <a:rPr lang="en-IN" sz="1600" dirty="0"/>
              <a:t>(</a:t>
            </a:r>
            <a:r>
              <a:rPr lang="en-IN" sz="1600" dirty="0" err="1">
                <a:solidFill>
                  <a:schemeClr val="accent4">
                    <a:lumMod val="75000"/>
                  </a:schemeClr>
                </a:solidFill>
              </a:rPr>
              <a:t>glSegment</a:t>
            </a:r>
            <a:r>
              <a:rPr lang="en-IN" sz="1600" dirty="0"/>
              <a:t>).</a:t>
            </a:r>
            <a:r>
              <a:rPr lang="en-IN" sz="1600" dirty="0" err="1"/>
              <a:t>effectiveDate</a:t>
            </a:r>
            <a:r>
              <a:rPr lang="en-IN" sz="1600" dirty="0"/>
              <a:t>(</a:t>
            </a:r>
            <a:r>
              <a:rPr lang="en-IN" sz="1600" dirty="0" err="1">
                <a:solidFill>
                  <a:schemeClr val="accent4">
                    <a:lumMod val="75000"/>
                  </a:schemeClr>
                </a:solidFill>
              </a:rPr>
              <a:t>pvtDate</a:t>
            </a:r>
            <a:r>
              <a:rPr lang="en-IN" sz="1600" dirty="0"/>
              <a:t>).</a:t>
            </a:r>
            <a:r>
              <a:rPr lang="en-IN" sz="1600" dirty="0" err="1"/>
              <a:t>startDate</a:t>
            </a:r>
            <a:r>
              <a:rPr lang="en-IN" sz="1600" dirty="0"/>
              <a:t>(</a:t>
            </a:r>
            <a:r>
              <a:rPr lang="en-IN" sz="1600" dirty="0" err="1">
                <a:solidFill>
                  <a:schemeClr val="accent4">
                    <a:lumMod val="75000"/>
                  </a:schemeClr>
                </a:solidFill>
              </a:rPr>
              <a:t>startDate</a:t>
            </a:r>
            <a:r>
              <a:rPr lang="en-IN" sz="1600" dirty="0"/>
              <a:t>).</a:t>
            </a:r>
            <a:r>
              <a:rPr lang="en-IN" sz="1600" dirty="0" err="1"/>
              <a:t>endDate</a:t>
            </a:r>
            <a:r>
              <a:rPr lang="en-IN" sz="1600" dirty="0"/>
              <a:t>(</a:t>
            </a:r>
            <a:r>
              <a:rPr lang="en-IN" sz="1600" dirty="0" err="1">
                <a:solidFill>
                  <a:schemeClr val="accent4">
                    <a:lumMod val="75000"/>
                  </a:schemeClr>
                </a:solidFill>
              </a:rPr>
              <a:t>endDate</a:t>
            </a:r>
            <a:r>
              <a:rPr lang="en-IN" sz="1600" dirty="0"/>
              <a:t>).build(); 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1709912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u="sng" dirty="0"/>
              <a:t>Scenario 2: Parent and Subclasses i.e. Account, </a:t>
            </a:r>
            <a:r>
              <a:rPr lang="en-IN" u="sng" dirty="0" err="1"/>
              <a:t>AccountBill</a:t>
            </a:r>
            <a:r>
              <a:rPr lang="en-IN" u="sng" dirty="0"/>
              <a:t>, Contact</a:t>
            </a:r>
          </a:p>
          <a:p>
            <a:pPr marL="0" indent="0">
              <a:spcBef>
                <a:spcPts val="0"/>
              </a:spcBef>
              <a:buNone/>
            </a:pPr>
            <a:endParaRPr lang="en-IN" u="sng" dirty="0"/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err="1"/>
              <a:t>ArrayList</a:t>
            </a:r>
            <a:r>
              <a:rPr lang="en-IN" sz="2000" dirty="0"/>
              <a:t>&lt;</a:t>
            </a:r>
            <a:r>
              <a:rPr lang="en-IN" sz="2000" dirty="0" err="1"/>
              <a:t>AccountBill</a:t>
            </a:r>
            <a:r>
              <a:rPr lang="en-IN" sz="2000" dirty="0"/>
              <a:t>&gt; </a:t>
            </a:r>
            <a:r>
              <a:rPr lang="en-IN" sz="2000" dirty="0" err="1"/>
              <a:t>acctBillList</a:t>
            </a:r>
            <a:r>
              <a:rPr lang="en-IN" sz="2000" dirty="0"/>
              <a:t> = new </a:t>
            </a:r>
            <a:r>
              <a:rPr lang="en-IN" sz="2000" dirty="0" err="1"/>
              <a:t>ArrayList</a:t>
            </a:r>
            <a:r>
              <a:rPr lang="en-IN" sz="2000" dirty="0"/>
              <a:t>&lt;&gt;();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err="1"/>
              <a:t>AccountBill</a:t>
            </a:r>
            <a:r>
              <a:rPr lang="en-IN" sz="2000" dirty="0"/>
              <a:t> </a:t>
            </a:r>
            <a:r>
              <a:rPr lang="en-IN" sz="2000" dirty="0" err="1"/>
              <a:t>acctBill</a:t>
            </a:r>
            <a:r>
              <a:rPr lang="en-IN" sz="2000" dirty="0"/>
              <a:t> = </a:t>
            </a:r>
            <a:r>
              <a:rPr lang="en-IN" sz="2000" dirty="0" err="1"/>
              <a:t>AccountBill.builder</a:t>
            </a:r>
            <a:r>
              <a:rPr lang="en-IN" sz="2000" dirty="0"/>
              <a:t>().</a:t>
            </a:r>
            <a:r>
              <a:rPr lang="en-IN" sz="2000" dirty="0" err="1"/>
              <a:t>dueAmount</a:t>
            </a:r>
            <a:r>
              <a:rPr lang="en-IN" sz="2000" dirty="0"/>
              <a:t>(</a:t>
            </a:r>
            <a:r>
              <a:rPr lang="en-IN" sz="2000" dirty="0" err="1">
                <a:solidFill>
                  <a:schemeClr val="accent4">
                    <a:lumMod val="75000"/>
                  </a:schemeClr>
                </a:solidFill>
              </a:rPr>
              <a:t>dueAmount</a:t>
            </a:r>
            <a:r>
              <a:rPr lang="en-IN" sz="2000" dirty="0"/>
              <a:t>).build();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 err="1"/>
              <a:t>acctBillList.add</a:t>
            </a:r>
            <a:r>
              <a:rPr lang="en-IN" sz="2000" dirty="0"/>
              <a:t>(</a:t>
            </a:r>
            <a:r>
              <a:rPr lang="en-IN" sz="2000" dirty="0" err="1"/>
              <a:t>acctBill</a:t>
            </a:r>
            <a:r>
              <a:rPr lang="en-IN" sz="200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/>
              <a:t>Contact </a:t>
            </a:r>
            <a:r>
              <a:rPr lang="en-IN" sz="2000" dirty="0" err="1"/>
              <a:t>contact</a:t>
            </a:r>
            <a:r>
              <a:rPr lang="en-IN" sz="2000" dirty="0"/>
              <a:t> = </a:t>
            </a:r>
            <a:r>
              <a:rPr lang="en-IN" sz="2000" dirty="0" err="1"/>
              <a:t>Contact.builder</a:t>
            </a:r>
            <a:r>
              <a:rPr lang="en-IN" sz="2000" dirty="0"/>
              <a:t>().</a:t>
            </a:r>
            <a:r>
              <a:rPr lang="en-IN" sz="2000" dirty="0" err="1"/>
              <a:t>contactType</a:t>
            </a:r>
            <a:r>
              <a:rPr lang="en-IN" sz="2000" dirty="0"/>
              <a:t>(</a:t>
            </a:r>
            <a:r>
              <a:rPr lang="en-IN" sz="2000" dirty="0" err="1">
                <a:solidFill>
                  <a:schemeClr val="accent4">
                    <a:lumMod val="75000"/>
                  </a:schemeClr>
                </a:solidFill>
              </a:rPr>
              <a:t>ContactType.CONTACT</a:t>
            </a:r>
            <a:r>
              <a:rPr lang="en-IN" sz="2000" dirty="0"/>
              <a:t>).</a:t>
            </a:r>
            <a:r>
              <a:rPr lang="en-IN" sz="2000" dirty="0" err="1"/>
              <a:t>externalID</a:t>
            </a:r>
            <a:r>
              <a:rPr lang="en-IN" sz="2000" dirty="0"/>
              <a:t>(</a:t>
            </a:r>
            <a:r>
              <a:rPr lang="en-IN" sz="2000" dirty="0" err="1">
                <a:solidFill>
                  <a:schemeClr val="accent4">
                    <a:lumMod val="75000"/>
                  </a:schemeClr>
                </a:solidFill>
              </a:rPr>
              <a:t>externalID</a:t>
            </a:r>
            <a:r>
              <a:rPr lang="en-IN" sz="2000" dirty="0"/>
              <a:t>).build(); 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/>
              <a:t>Account </a:t>
            </a:r>
            <a:r>
              <a:rPr lang="en-IN" sz="2000" dirty="0" err="1"/>
              <a:t>inputAccount</a:t>
            </a:r>
            <a:r>
              <a:rPr lang="en-IN" sz="2000" dirty="0"/>
              <a:t> = </a:t>
            </a:r>
            <a:r>
              <a:rPr lang="en-IN" sz="2000" dirty="0" err="1"/>
              <a:t>Account.builder</a:t>
            </a:r>
            <a:r>
              <a:rPr lang="en-IN" sz="2000" dirty="0"/>
              <a:t>().</a:t>
            </a:r>
            <a:r>
              <a:rPr lang="en-IN" sz="2000" dirty="0" err="1"/>
              <a:t>accountType</a:t>
            </a:r>
            <a:r>
              <a:rPr lang="en-IN" sz="2000" dirty="0"/>
              <a:t>(</a:t>
            </a:r>
            <a:r>
              <a:rPr lang="en-IN" sz="2000" dirty="0" err="1">
                <a:solidFill>
                  <a:schemeClr val="accent4">
                    <a:lumMod val="75000"/>
                  </a:schemeClr>
                </a:solidFill>
              </a:rPr>
              <a:t>AccountType.DEDICATED</a:t>
            </a:r>
            <a:r>
              <a:rPr lang="en-IN" sz="2000" dirty="0"/>
              <a:t>).</a:t>
            </a:r>
            <a:r>
              <a:rPr lang="en-IN" sz="2000" dirty="0" err="1"/>
              <a:t>billList</a:t>
            </a:r>
            <a:r>
              <a:rPr lang="en-IN" sz="2000" dirty="0"/>
              <a:t>(</a:t>
            </a:r>
            <a:r>
              <a:rPr lang="en-IN" sz="2000" dirty="0" err="1"/>
              <a:t>acctBillList</a:t>
            </a:r>
            <a:r>
              <a:rPr lang="en-IN" sz="2000" dirty="0"/>
              <a:t>).contact(contact).build();</a:t>
            </a:r>
          </a:p>
          <a:p>
            <a:pPr marL="0" indent="0">
              <a:spcBef>
                <a:spcPts val="0"/>
              </a:spcBef>
              <a:buNone/>
            </a:pPr>
            <a:endParaRPr lang="en-IN" sz="2400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79412" y="5119639"/>
            <a:ext cx="1140311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100" b="1" u="sng" dirty="0"/>
              <a:t>Note: </a:t>
            </a:r>
            <a:r>
              <a:rPr lang="en-IN" sz="1100" dirty="0"/>
              <a:t>Code used </a:t>
            </a:r>
            <a:r>
              <a:rPr lang="en-IN" sz="1100" dirty="0" smtClean="0"/>
              <a:t>is </a:t>
            </a:r>
            <a:r>
              <a:rPr lang="en-IN" sz="1100" dirty="0"/>
              <a:t>part of the skeleton code base created for implementing and verifying the proposed solution. Hence please validate and verify with me before implementing w.r.t. actual code base.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526942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@Getter, @Setter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Requirement</a:t>
            </a:r>
            <a:r>
              <a:rPr lang="en-IN" dirty="0"/>
              <a:t>: </a:t>
            </a:r>
            <a:r>
              <a:rPr lang="en-US" dirty="0" smtClean="0"/>
              <a:t>Getter</a:t>
            </a:r>
            <a:r>
              <a:rPr lang="en-US" dirty="0"/>
              <a:t>, Setter from Project Lombok - </a:t>
            </a:r>
            <a:r>
              <a:rPr lang="en-US" dirty="0">
                <a:hlinkClick r:id="rId2"/>
              </a:rPr>
              <a:t>https://projectlombok.org/features/GetterSetter</a:t>
            </a:r>
            <a:r>
              <a:rPr lang="en-US" dirty="0"/>
              <a:t> </a:t>
            </a:r>
            <a:r>
              <a:rPr lang="en-US" dirty="0" smtClean="0"/>
              <a:t>to be used in all model classes</a:t>
            </a:r>
          </a:p>
          <a:p>
            <a:pPr marL="0" indent="0">
              <a:buNone/>
            </a:pPr>
            <a:r>
              <a:rPr lang="en-IN" b="1" dirty="0"/>
              <a:t>Advantage: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dirty="0" smtClean="0"/>
              <a:t>@Setter, @Getter </a:t>
            </a:r>
            <a:r>
              <a:rPr lang="en-US" dirty="0"/>
              <a:t>to let </a:t>
            </a:r>
            <a:r>
              <a:rPr lang="en-US" dirty="0" err="1"/>
              <a:t>lombok</a:t>
            </a:r>
            <a:r>
              <a:rPr lang="en-US" dirty="0"/>
              <a:t> generate the default getter/setter automatically. </a:t>
            </a:r>
            <a:endParaRPr lang="en-US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 smtClean="0"/>
              <a:t>No </a:t>
            </a:r>
            <a:r>
              <a:rPr lang="en-US" dirty="0"/>
              <a:t>need </a:t>
            </a:r>
            <a:r>
              <a:rPr lang="en-US" dirty="0" smtClean="0"/>
              <a:t>for a big java file, model java file will be concise and precise</a:t>
            </a:r>
          </a:p>
          <a:p>
            <a:pPr marL="507945" lvl="1" indent="-285750">
              <a:spcBef>
                <a:spcPts val="0"/>
              </a:spcBef>
            </a:pPr>
            <a:r>
              <a:rPr lang="en-US" dirty="0" smtClean="0"/>
              <a:t>Can override the getter/setter method in case of logic is involved before getting/setting the value.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Eliminate </a:t>
            </a:r>
            <a:r>
              <a:rPr lang="en-US" dirty="0" err="1" smtClean="0"/>
              <a:t>javadocs</a:t>
            </a:r>
            <a:r>
              <a:rPr lang="en-US" dirty="0" smtClean="0"/>
              <a:t> or typo errors whenever change in the field name during refactoring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8132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@Getter, @Setter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Ways of working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 smtClean="0"/>
              <a:t>Change # 1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>
                <a:solidFill>
                  <a:srgbClr val="00B050"/>
                </a:solidFill>
              </a:rPr>
              <a:t>@Setter, @Getter</a:t>
            </a:r>
            <a:r>
              <a:rPr lang="en-IN" sz="2000" dirty="0"/>
              <a:t> – to be added before each </a:t>
            </a:r>
            <a:r>
              <a:rPr lang="en-IN" sz="2000" dirty="0" smtClean="0"/>
              <a:t>field declaration</a:t>
            </a:r>
            <a:endParaRPr lang="en-I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/>
              <a:t>@Setter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/>
              <a:t>@Getter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/>
              <a:t>private </a:t>
            </a:r>
            <a:r>
              <a:rPr lang="en-IN" sz="2000" b="1" dirty="0" err="1"/>
              <a:t>AccountType</a:t>
            </a:r>
            <a:r>
              <a:rPr lang="en-IN" sz="2000" b="1" dirty="0"/>
              <a:t> </a:t>
            </a:r>
            <a:r>
              <a:rPr lang="en-IN" sz="2000" b="1" dirty="0" err="1" smtClean="0"/>
              <a:t>accountType</a:t>
            </a:r>
            <a:r>
              <a:rPr lang="en-IN" sz="2000" b="1" dirty="0" smtClean="0"/>
              <a:t>;</a:t>
            </a:r>
            <a:endParaRPr lang="en-IN" sz="2000" b="1" dirty="0"/>
          </a:p>
          <a:p>
            <a:pPr marL="0" indent="0">
              <a:spcBef>
                <a:spcPts val="0"/>
              </a:spcBef>
              <a:buNone/>
            </a:pPr>
            <a:endParaRPr lang="en-I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/>
              <a:t>@Getter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/>
              <a:t>@Setter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/>
              <a:t>private String </a:t>
            </a:r>
            <a:r>
              <a:rPr lang="en-IN" sz="2000" b="1" dirty="0" err="1" smtClean="0"/>
              <a:t>accountNumber</a:t>
            </a:r>
            <a:r>
              <a:rPr lang="en-IN" sz="2000" b="1" dirty="0" smtClean="0"/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158217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29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CL Template">
  <a:themeElements>
    <a:clrScheme name="HCL_RBtC">
      <a:dk1>
        <a:srgbClr val="000000"/>
      </a:dk1>
      <a:lt1>
        <a:srgbClr val="FFFFFF"/>
      </a:lt1>
      <a:dk2>
        <a:srgbClr val="F58220"/>
      </a:dk2>
      <a:lt2>
        <a:srgbClr val="0066B3"/>
      </a:lt2>
      <a:accent1>
        <a:srgbClr val="C82323"/>
      </a:accent1>
      <a:accent2>
        <a:srgbClr val="993F98"/>
      </a:accent2>
      <a:accent3>
        <a:srgbClr val="00AFBE"/>
      </a:accent3>
      <a:accent4>
        <a:srgbClr val="46C8F5"/>
      </a:accent4>
      <a:accent5>
        <a:srgbClr val="CDDC0A"/>
      </a:accent5>
      <a:accent6>
        <a:srgbClr val="FAB914"/>
      </a:accent6>
      <a:hlink>
        <a:srgbClr val="0066FF"/>
      </a:hlink>
      <a:folHlink>
        <a:srgbClr val="FAB90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rgbClr val="850909"/>
          </a:solidFill>
          <a:prstDash val="solid"/>
          <a:miter lim="800000"/>
          <a:headEnd type="none" w="sm" len="sm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rgbClr val="850909"/>
          </a:solidFill>
          <a:prstDash val="solid"/>
          <a:miter lim="800000"/>
          <a:headEnd type="none" w="sm" len="sm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CL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HCL Template">
  <a:themeElements>
    <a:clrScheme name="HCL_RBtC">
      <a:dk1>
        <a:srgbClr val="000000"/>
      </a:dk1>
      <a:lt1>
        <a:srgbClr val="FFFFFF"/>
      </a:lt1>
      <a:dk2>
        <a:srgbClr val="F58220"/>
      </a:dk2>
      <a:lt2>
        <a:srgbClr val="0066B3"/>
      </a:lt2>
      <a:accent1>
        <a:srgbClr val="C82323"/>
      </a:accent1>
      <a:accent2>
        <a:srgbClr val="993F98"/>
      </a:accent2>
      <a:accent3>
        <a:srgbClr val="00AFBE"/>
      </a:accent3>
      <a:accent4>
        <a:srgbClr val="46C8F5"/>
      </a:accent4>
      <a:accent5>
        <a:srgbClr val="CDDC0A"/>
      </a:accent5>
      <a:accent6>
        <a:srgbClr val="FAB914"/>
      </a:accent6>
      <a:hlink>
        <a:srgbClr val="0066FF"/>
      </a:hlink>
      <a:folHlink>
        <a:srgbClr val="FAB9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rgbClr val="850909"/>
          </a:solidFill>
          <a:prstDash val="solid"/>
          <a:miter lim="800000"/>
          <a:headEnd type="none" w="sm" len="sm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rgbClr val="850909"/>
          </a:solidFill>
          <a:prstDash val="solid"/>
          <a:miter lim="800000"/>
          <a:headEnd type="none" w="sm" len="sm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CL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16382</TotalTime>
  <Words>605</Words>
  <Application>Microsoft Office PowerPoint</Application>
  <PresentationFormat>Custom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Novecento Book</vt:lpstr>
      <vt:lpstr>Segoe UI</vt:lpstr>
      <vt:lpstr>Symbol</vt:lpstr>
      <vt:lpstr>Verdana</vt:lpstr>
      <vt:lpstr>Webdings</vt:lpstr>
      <vt:lpstr>Wingdings</vt:lpstr>
      <vt:lpstr>Wingdings 2</vt:lpstr>
      <vt:lpstr>HCL Template</vt:lpstr>
      <vt:lpstr>1_HCL Template</vt:lpstr>
      <vt:lpstr>Automation Suite Framework Development – Ways of Working</vt:lpstr>
      <vt:lpstr>Best Practices – A glance</vt:lpstr>
      <vt:lpstr>Ways of Working – Design related review comments by Anbarasu Venkatachalam</vt:lpstr>
      <vt:lpstr>Builder Pattern</vt:lpstr>
      <vt:lpstr>Builder Pattern</vt:lpstr>
      <vt:lpstr>Builder Pattern</vt:lpstr>
      <vt:lpstr>@Getter, @Setter</vt:lpstr>
      <vt:lpstr>@Getter, @Setter</vt:lpstr>
      <vt:lpstr>PowerPoint Presentation</vt:lpstr>
    </vt:vector>
  </TitlesOfParts>
  <Company>HCL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Architect CoE</dc:title>
  <dc:subject>Customer Presentation</dc:subject>
  <dc:creator>anbarasuv@hcl.com</dc:creator>
  <cp:lastModifiedBy>Anbarasu Venkatachalam</cp:lastModifiedBy>
  <cp:revision>4020</cp:revision>
  <cp:lastPrinted>2002-02-08T05:45:16Z</cp:lastPrinted>
  <dcterms:created xsi:type="dcterms:W3CDTF">2002-02-05T06:41:08Z</dcterms:created>
  <dcterms:modified xsi:type="dcterms:W3CDTF">2018-02-13T17:35:59Z</dcterms:modified>
  <cp:category>Presentations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 completed">
    <vt:lpwstr>26 June 2003</vt:lpwstr>
  </property>
</Properties>
</file>